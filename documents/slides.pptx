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8" r:id="rId2"/>
    <p:sldId id="329" r:id="rId3"/>
    <p:sldId id="314" r:id="rId4"/>
    <p:sldId id="313" r:id="rId5"/>
    <p:sldId id="291" r:id="rId6"/>
    <p:sldId id="280" r:id="rId7"/>
    <p:sldId id="315" r:id="rId8"/>
    <p:sldId id="316" r:id="rId9"/>
    <p:sldId id="295" r:id="rId10"/>
    <p:sldId id="310" r:id="rId11"/>
    <p:sldId id="301" r:id="rId12"/>
    <p:sldId id="321" r:id="rId13"/>
    <p:sldId id="317" r:id="rId14"/>
    <p:sldId id="326" r:id="rId15"/>
    <p:sldId id="320" r:id="rId16"/>
    <p:sldId id="327" r:id="rId17"/>
    <p:sldId id="270" r:id="rId18"/>
    <p:sldId id="285" r:id="rId19"/>
    <p:sldId id="277" r:id="rId20"/>
    <p:sldId id="26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017305-D75F-4730-9DF2-2343CA875676}" v="1" dt="2025-12-21T01:24:28.8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togn Getu" userId="82d02caa-4bb2-4667-a251-c62638331a12" providerId="ADAL" clId="{99727F78-8186-4412-9ADC-96756A3C6B43}"/>
    <pc:docChg chg="undo custSel addSld delSld modSld">
      <pc:chgData name="Setogn Getu" userId="82d02caa-4bb2-4667-a251-c62638331a12" providerId="ADAL" clId="{99727F78-8186-4412-9ADC-96756A3C6B43}" dt="2025-12-21T01:24:35.797" v="776" actId="14100"/>
      <pc:docMkLst>
        <pc:docMk/>
      </pc:docMkLst>
      <pc:sldChg chg="modSp mod">
        <pc:chgData name="Setogn Getu" userId="82d02caa-4bb2-4667-a251-c62638331a12" providerId="ADAL" clId="{99727F78-8186-4412-9ADC-96756A3C6B43}" dt="2025-11-27T04:10:29.058" v="696" actId="255"/>
        <pc:sldMkLst>
          <pc:docMk/>
          <pc:sldMk cId="1101185502" sldId="258"/>
        </pc:sldMkLst>
        <pc:spChg chg="mod">
          <ac:chgData name="Setogn Getu" userId="82d02caa-4bb2-4667-a251-c62638331a12" providerId="ADAL" clId="{99727F78-8186-4412-9ADC-96756A3C6B43}" dt="2025-11-27T04:10:29.058" v="696" actId="255"/>
          <ac:spMkLst>
            <pc:docMk/>
            <pc:sldMk cId="1101185502" sldId="258"/>
            <ac:spMk id="3" creationId="{681D2112-4B61-75CC-803A-D881798576D6}"/>
          </ac:spMkLst>
        </pc:spChg>
        <pc:picChg chg="mod">
          <ac:chgData name="Setogn Getu" userId="82d02caa-4bb2-4667-a251-c62638331a12" providerId="ADAL" clId="{99727F78-8186-4412-9ADC-96756A3C6B43}" dt="2025-11-27T02:07:30.156" v="457" actId="14100"/>
          <ac:picMkLst>
            <pc:docMk/>
            <pc:sldMk cId="1101185502" sldId="258"/>
            <ac:picMk id="5" creationId="{28BCF598-B72F-6CDE-08CC-E7C4AFEB5C4E}"/>
          </ac:picMkLst>
        </pc:picChg>
      </pc:sldChg>
      <pc:sldChg chg="addSp delSp modSp mod">
        <pc:chgData name="Setogn Getu" userId="82d02caa-4bb2-4667-a251-c62638331a12" providerId="ADAL" clId="{99727F78-8186-4412-9ADC-96756A3C6B43}" dt="2025-11-27T02:10:46.840" v="474" actId="14100"/>
        <pc:sldMkLst>
          <pc:docMk/>
          <pc:sldMk cId="2075850707" sldId="261"/>
        </pc:sldMkLst>
        <pc:spChg chg="mod">
          <ac:chgData name="Setogn Getu" userId="82d02caa-4bb2-4667-a251-c62638331a12" providerId="ADAL" clId="{99727F78-8186-4412-9ADC-96756A3C6B43}" dt="2025-11-27T02:10:46.840" v="474" actId="14100"/>
          <ac:spMkLst>
            <pc:docMk/>
            <pc:sldMk cId="2075850707" sldId="261"/>
            <ac:spMk id="3" creationId="{84EA12C2-1140-83CA-D56D-03E5712A3C3F}"/>
          </ac:spMkLst>
        </pc:spChg>
        <pc:spChg chg="mod">
          <ac:chgData name="Setogn Getu" userId="82d02caa-4bb2-4667-a251-c62638331a12" providerId="ADAL" clId="{99727F78-8186-4412-9ADC-96756A3C6B43}" dt="2025-11-27T01:37:13.583" v="226" actId="26606"/>
          <ac:spMkLst>
            <pc:docMk/>
            <pc:sldMk cId="2075850707" sldId="261"/>
            <ac:spMk id="6" creationId="{C3D3E995-7BAB-D77C-1971-018B855CE935}"/>
          </ac:spMkLst>
        </pc:spChg>
        <pc:spChg chg="mod">
          <ac:chgData name="Setogn Getu" userId="82d02caa-4bb2-4667-a251-c62638331a12" providerId="ADAL" clId="{99727F78-8186-4412-9ADC-96756A3C6B43}" dt="2025-11-27T01:37:13.583" v="226" actId="26606"/>
          <ac:spMkLst>
            <pc:docMk/>
            <pc:sldMk cId="2075850707" sldId="261"/>
            <ac:spMk id="7" creationId="{75720233-62D1-3379-D093-D178DA141270}"/>
          </ac:spMkLst>
        </pc:spChg>
        <pc:spChg chg="add">
          <ac:chgData name="Setogn Getu" userId="82d02caa-4bb2-4667-a251-c62638331a12" providerId="ADAL" clId="{99727F78-8186-4412-9ADC-96756A3C6B43}" dt="2025-11-27T01:37:13.583" v="226" actId="26606"/>
          <ac:spMkLst>
            <pc:docMk/>
            <pc:sldMk cId="2075850707" sldId="261"/>
            <ac:spMk id="42" creationId="{5A292AEA-2528-46C0-B426-95822B6141FB}"/>
          </ac:spMkLst>
        </pc:spChg>
        <pc:spChg chg="add">
          <ac:chgData name="Setogn Getu" userId="82d02caa-4bb2-4667-a251-c62638331a12" providerId="ADAL" clId="{99727F78-8186-4412-9ADC-96756A3C6B43}" dt="2025-11-27T01:37:13.583" v="226" actId="26606"/>
          <ac:spMkLst>
            <pc:docMk/>
            <pc:sldMk cId="2075850707" sldId="261"/>
            <ac:spMk id="44" creationId="{D8B7B198-E4DF-43CD-AD8C-199884323745}"/>
          </ac:spMkLst>
        </pc:spChg>
        <pc:spChg chg="add">
          <ac:chgData name="Setogn Getu" userId="82d02caa-4bb2-4667-a251-c62638331a12" providerId="ADAL" clId="{99727F78-8186-4412-9ADC-96756A3C6B43}" dt="2025-11-27T01:37:13.583" v="226" actId="26606"/>
          <ac:spMkLst>
            <pc:docMk/>
            <pc:sldMk cId="2075850707" sldId="261"/>
            <ac:spMk id="46" creationId="{2BE67753-EA0E-4819-8D22-0B6600CF7231}"/>
          </ac:spMkLst>
        </pc:spChg>
      </pc:sldChg>
      <pc:sldChg chg="modSp mod">
        <pc:chgData name="Setogn Getu" userId="82d02caa-4bb2-4667-a251-c62638331a12" providerId="ADAL" clId="{99727F78-8186-4412-9ADC-96756A3C6B43}" dt="2025-11-27T04:17:04.887" v="760" actId="14100"/>
        <pc:sldMkLst>
          <pc:docMk/>
          <pc:sldMk cId="2082798285" sldId="270"/>
        </pc:sldMkLst>
        <pc:spChg chg="mod">
          <ac:chgData name="Setogn Getu" userId="82d02caa-4bb2-4667-a251-c62638331a12" providerId="ADAL" clId="{99727F78-8186-4412-9ADC-96756A3C6B43}" dt="2025-11-27T04:17:04.887" v="760" actId="14100"/>
          <ac:spMkLst>
            <pc:docMk/>
            <pc:sldMk cId="2082798285" sldId="270"/>
            <ac:spMk id="2" creationId="{B3FA77F6-E936-85D8-34B1-71A380CB5C5B}"/>
          </ac:spMkLst>
        </pc:spChg>
      </pc:sldChg>
      <pc:sldChg chg="modSp mod">
        <pc:chgData name="Setogn Getu" userId="82d02caa-4bb2-4667-a251-c62638331a12" providerId="ADAL" clId="{99727F78-8186-4412-9ADC-96756A3C6B43}" dt="2025-11-27T04:17:49.852" v="768" actId="113"/>
        <pc:sldMkLst>
          <pc:docMk/>
          <pc:sldMk cId="259351974" sldId="277"/>
        </pc:sldMkLst>
        <pc:spChg chg="mod">
          <ac:chgData name="Setogn Getu" userId="82d02caa-4bb2-4667-a251-c62638331a12" providerId="ADAL" clId="{99727F78-8186-4412-9ADC-96756A3C6B43}" dt="2025-11-27T04:17:49.852" v="768" actId="113"/>
          <ac:spMkLst>
            <pc:docMk/>
            <pc:sldMk cId="259351974" sldId="277"/>
            <ac:spMk id="2" creationId="{5028961B-CB15-1C24-9115-F44FA1673F33}"/>
          </ac:spMkLst>
        </pc:spChg>
        <pc:spChg chg="mod">
          <ac:chgData name="Setogn Getu" userId="82d02caa-4bb2-4667-a251-c62638331a12" providerId="ADAL" clId="{99727F78-8186-4412-9ADC-96756A3C6B43}" dt="2025-11-27T04:17:44.043" v="767" actId="1076"/>
          <ac:spMkLst>
            <pc:docMk/>
            <pc:sldMk cId="259351974" sldId="277"/>
            <ac:spMk id="3" creationId="{5DCF8078-40B3-D004-0ABE-5D2CBF49AF02}"/>
          </ac:spMkLst>
        </pc:spChg>
      </pc:sldChg>
      <pc:sldChg chg="modSp mod">
        <pc:chgData name="Setogn Getu" userId="82d02caa-4bb2-4667-a251-c62638331a12" providerId="ADAL" clId="{99727F78-8186-4412-9ADC-96756A3C6B43}" dt="2025-11-27T04:11:46.579" v="707" actId="14100"/>
        <pc:sldMkLst>
          <pc:docMk/>
          <pc:sldMk cId="3008802298" sldId="280"/>
        </pc:sldMkLst>
        <pc:spChg chg="mod">
          <ac:chgData name="Setogn Getu" userId="82d02caa-4bb2-4667-a251-c62638331a12" providerId="ADAL" clId="{99727F78-8186-4412-9ADC-96756A3C6B43}" dt="2025-11-27T04:11:46.579" v="707" actId="14100"/>
          <ac:spMkLst>
            <pc:docMk/>
            <pc:sldMk cId="3008802298" sldId="280"/>
            <ac:spMk id="2" creationId="{6F81637D-C8FE-2AFF-14A0-2CC51BC19F44}"/>
          </ac:spMkLst>
        </pc:spChg>
      </pc:sldChg>
      <pc:sldChg chg="addSp delSp modSp mod">
        <pc:chgData name="Setogn Getu" userId="82d02caa-4bb2-4667-a251-c62638331a12" providerId="ADAL" clId="{99727F78-8186-4412-9ADC-96756A3C6B43}" dt="2025-11-27T04:17:35.654" v="766" actId="14100"/>
        <pc:sldMkLst>
          <pc:docMk/>
          <pc:sldMk cId="3827771616" sldId="285"/>
        </pc:sldMkLst>
        <pc:spChg chg="mod">
          <ac:chgData name="Setogn Getu" userId="82d02caa-4bb2-4667-a251-c62638331a12" providerId="ADAL" clId="{99727F78-8186-4412-9ADC-96756A3C6B43}" dt="2025-11-27T04:07:38.465" v="690" actId="1076"/>
          <ac:spMkLst>
            <pc:docMk/>
            <pc:sldMk cId="3827771616" sldId="285"/>
            <ac:spMk id="2" creationId="{5B487305-A53A-C352-F2A2-6FD00E62A8FB}"/>
          </ac:spMkLst>
        </pc:spChg>
        <pc:spChg chg="add mod">
          <ac:chgData name="Setogn Getu" userId="82d02caa-4bb2-4667-a251-c62638331a12" providerId="ADAL" clId="{99727F78-8186-4412-9ADC-96756A3C6B43}" dt="2025-11-27T02:50:39.605" v="641" actId="1076"/>
          <ac:spMkLst>
            <pc:docMk/>
            <pc:sldMk cId="3827771616" sldId="285"/>
            <ac:spMk id="13" creationId="{ABF73ABB-3EA0-836B-EE3A-AF6708499AB6}"/>
          </ac:spMkLst>
        </pc:spChg>
        <pc:graphicFrameChg chg="add mod modGraphic">
          <ac:chgData name="Setogn Getu" userId="82d02caa-4bb2-4667-a251-c62638331a12" providerId="ADAL" clId="{99727F78-8186-4412-9ADC-96756A3C6B43}" dt="2025-11-27T04:17:35.654" v="766" actId="14100"/>
          <ac:graphicFrameMkLst>
            <pc:docMk/>
            <pc:sldMk cId="3827771616" sldId="285"/>
            <ac:graphicFrameMk id="11" creationId="{BA24DB0B-1A3A-2EE9-DB7A-FE2B0830C809}"/>
          </ac:graphicFrameMkLst>
        </pc:graphicFrameChg>
      </pc:sldChg>
      <pc:sldChg chg="addSp delSp modSp mod">
        <pc:chgData name="Setogn Getu" userId="82d02caa-4bb2-4667-a251-c62638331a12" providerId="ADAL" clId="{99727F78-8186-4412-9ADC-96756A3C6B43}" dt="2025-12-21T01:24:35.797" v="776" actId="14100"/>
        <pc:sldMkLst>
          <pc:docMk/>
          <pc:sldMk cId="3115607343" sldId="291"/>
        </pc:sldMkLst>
        <pc:spChg chg="mod">
          <ac:chgData name="Setogn Getu" userId="82d02caa-4bb2-4667-a251-c62638331a12" providerId="ADAL" clId="{99727F78-8186-4412-9ADC-96756A3C6B43}" dt="2025-11-27T04:11:33.059" v="705" actId="14100"/>
          <ac:spMkLst>
            <pc:docMk/>
            <pc:sldMk cId="3115607343" sldId="291"/>
            <ac:spMk id="2" creationId="{ACB1D9D4-2426-01C7-E28F-3FD373EF47A4}"/>
          </ac:spMkLst>
        </pc:spChg>
        <pc:spChg chg="mod">
          <ac:chgData name="Setogn Getu" userId="82d02caa-4bb2-4667-a251-c62638331a12" providerId="ADAL" clId="{99727F78-8186-4412-9ADC-96756A3C6B43}" dt="2025-11-27T02:42:52.962" v="636" actId="123"/>
          <ac:spMkLst>
            <pc:docMk/>
            <pc:sldMk cId="3115607343" sldId="291"/>
            <ac:spMk id="3" creationId="{241E57E0-3763-3E3F-F8A2-063A2EDEAA72}"/>
          </ac:spMkLst>
        </pc:spChg>
        <pc:picChg chg="add mod">
          <ac:chgData name="Setogn Getu" userId="82d02caa-4bb2-4667-a251-c62638331a12" providerId="ADAL" clId="{99727F78-8186-4412-9ADC-96756A3C6B43}" dt="2025-12-21T01:24:35.797" v="776" actId="14100"/>
          <ac:picMkLst>
            <pc:docMk/>
            <pc:sldMk cId="3115607343" sldId="291"/>
            <ac:picMk id="4" creationId="{D5E587B9-BD3D-5D5B-FB11-B6C316C9E12A}"/>
          </ac:picMkLst>
        </pc:picChg>
        <pc:picChg chg="del">
          <ac:chgData name="Setogn Getu" userId="82d02caa-4bb2-4667-a251-c62638331a12" providerId="ADAL" clId="{99727F78-8186-4412-9ADC-96756A3C6B43}" dt="2025-12-21T01:24:27.537" v="772" actId="478"/>
          <ac:picMkLst>
            <pc:docMk/>
            <pc:sldMk cId="3115607343" sldId="291"/>
            <ac:picMk id="6" creationId="{A0617D91-318C-55F2-C039-AEE4BB8B0C77}"/>
          </ac:picMkLst>
        </pc:picChg>
      </pc:sldChg>
      <pc:sldChg chg="modSp mod">
        <pc:chgData name="Setogn Getu" userId="82d02caa-4bb2-4667-a251-c62638331a12" providerId="ADAL" clId="{99727F78-8186-4412-9ADC-96756A3C6B43}" dt="2025-11-27T04:12:16.081" v="711" actId="255"/>
        <pc:sldMkLst>
          <pc:docMk/>
          <pc:sldMk cId="2356079933" sldId="295"/>
        </pc:sldMkLst>
        <pc:spChg chg="mod">
          <ac:chgData name="Setogn Getu" userId="82d02caa-4bb2-4667-a251-c62638331a12" providerId="ADAL" clId="{99727F78-8186-4412-9ADC-96756A3C6B43}" dt="2025-11-27T04:12:16.081" v="711" actId="255"/>
          <ac:spMkLst>
            <pc:docMk/>
            <pc:sldMk cId="2356079933" sldId="295"/>
            <ac:spMk id="2" creationId="{1A312782-D1EF-B44F-619B-FCA367A30925}"/>
          </ac:spMkLst>
        </pc:spChg>
      </pc:sldChg>
      <pc:sldChg chg="addSp delSp modSp mod">
        <pc:chgData name="Setogn Getu" userId="82d02caa-4bb2-4667-a251-c62638331a12" providerId="ADAL" clId="{99727F78-8186-4412-9ADC-96756A3C6B43}" dt="2025-11-27T04:14:29.023" v="733" actId="20577"/>
        <pc:sldMkLst>
          <pc:docMk/>
          <pc:sldMk cId="170328327" sldId="301"/>
        </pc:sldMkLst>
        <pc:spChg chg="mod">
          <ac:chgData name="Setogn Getu" userId="82d02caa-4bb2-4667-a251-c62638331a12" providerId="ADAL" clId="{99727F78-8186-4412-9ADC-96756A3C6B43}" dt="2025-11-27T04:14:29.023" v="733" actId="20577"/>
          <ac:spMkLst>
            <pc:docMk/>
            <pc:sldMk cId="170328327" sldId="301"/>
            <ac:spMk id="3" creationId="{AA79974C-505A-43E1-6584-A12DB17FF9A3}"/>
          </ac:spMkLst>
        </pc:spChg>
        <pc:spChg chg="mod">
          <ac:chgData name="Setogn Getu" userId="82d02caa-4bb2-4667-a251-c62638331a12" providerId="ADAL" clId="{99727F78-8186-4412-9ADC-96756A3C6B43}" dt="2025-11-27T04:14:09.474" v="732" actId="26606"/>
          <ac:spMkLst>
            <pc:docMk/>
            <pc:sldMk cId="170328327" sldId="301"/>
            <ac:spMk id="7" creationId="{3CE1165A-047F-C054-EFB1-FEFB4784B817}"/>
          </ac:spMkLst>
        </pc:spChg>
        <pc:spChg chg="mod">
          <ac:chgData name="Setogn Getu" userId="82d02caa-4bb2-4667-a251-c62638331a12" providerId="ADAL" clId="{99727F78-8186-4412-9ADC-96756A3C6B43}" dt="2025-11-27T04:14:09.474" v="732" actId="26606"/>
          <ac:spMkLst>
            <pc:docMk/>
            <pc:sldMk cId="170328327" sldId="301"/>
            <ac:spMk id="8" creationId="{7CAD94F5-C6AB-0358-0CF6-677DD7FAC3FC}"/>
          </ac:spMkLst>
        </pc:spChg>
        <pc:spChg chg="add">
          <ac:chgData name="Setogn Getu" userId="82d02caa-4bb2-4667-a251-c62638331a12" providerId="ADAL" clId="{99727F78-8186-4412-9ADC-96756A3C6B43}" dt="2025-11-27T04:14:09.474" v="732" actId="26606"/>
          <ac:spMkLst>
            <pc:docMk/>
            <pc:sldMk cId="170328327" sldId="301"/>
            <ac:spMk id="111" creationId="{88263A24-0C1F-4677-B43C-4AE14E276B27}"/>
          </ac:spMkLst>
        </pc:spChg>
        <pc:spChg chg="add">
          <ac:chgData name="Setogn Getu" userId="82d02caa-4bb2-4667-a251-c62638331a12" providerId="ADAL" clId="{99727F78-8186-4412-9ADC-96756A3C6B43}" dt="2025-11-27T04:14:09.474" v="732" actId="26606"/>
          <ac:spMkLst>
            <pc:docMk/>
            <pc:sldMk cId="170328327" sldId="301"/>
            <ac:spMk id="113" creationId="{0ADDB668-2CA4-4D2B-9C34-3487CA330BA8}"/>
          </ac:spMkLst>
        </pc:spChg>
        <pc:spChg chg="add">
          <ac:chgData name="Setogn Getu" userId="82d02caa-4bb2-4667-a251-c62638331a12" providerId="ADAL" clId="{99727F78-8186-4412-9ADC-96756A3C6B43}" dt="2025-11-27T04:14:09.474" v="732" actId="26606"/>
          <ac:spMkLst>
            <pc:docMk/>
            <pc:sldMk cId="170328327" sldId="301"/>
            <ac:spMk id="115" creationId="{2568BC19-F052-4108-93E1-6A3D1DEC072F}"/>
          </ac:spMkLst>
        </pc:spChg>
        <pc:spChg chg="add">
          <ac:chgData name="Setogn Getu" userId="82d02caa-4bb2-4667-a251-c62638331a12" providerId="ADAL" clId="{99727F78-8186-4412-9ADC-96756A3C6B43}" dt="2025-11-27T04:14:09.474" v="732" actId="26606"/>
          <ac:spMkLst>
            <pc:docMk/>
            <pc:sldMk cId="170328327" sldId="301"/>
            <ac:spMk id="117" creationId="{D5FD337D-4D6B-4C8B-B6F5-121097E09881}"/>
          </ac:spMkLst>
        </pc:spChg>
        <pc:picChg chg="mod">
          <ac:chgData name="Setogn Getu" userId="82d02caa-4bb2-4667-a251-c62638331a12" providerId="ADAL" clId="{99727F78-8186-4412-9ADC-96756A3C6B43}" dt="2025-11-27T04:14:09.474" v="732" actId="26606"/>
          <ac:picMkLst>
            <pc:docMk/>
            <pc:sldMk cId="170328327" sldId="301"/>
            <ac:picMk id="4" creationId="{98E6A9FD-5970-2212-2AB1-27FE575BD78C}"/>
          </ac:picMkLst>
        </pc:picChg>
        <pc:picChg chg="mod">
          <ac:chgData name="Setogn Getu" userId="82d02caa-4bb2-4667-a251-c62638331a12" providerId="ADAL" clId="{99727F78-8186-4412-9ADC-96756A3C6B43}" dt="2025-11-27T04:14:09.474" v="732" actId="26606"/>
          <ac:picMkLst>
            <pc:docMk/>
            <pc:sldMk cId="170328327" sldId="301"/>
            <ac:picMk id="5" creationId="{A6BCA4E2-1BCD-36CD-00AF-B610B930C755}"/>
          </ac:picMkLst>
        </pc:picChg>
      </pc:sldChg>
      <pc:sldChg chg="modSp mod">
        <pc:chgData name="Setogn Getu" userId="82d02caa-4bb2-4667-a251-c62638331a12" providerId="ADAL" clId="{99727F78-8186-4412-9ADC-96756A3C6B43}" dt="2025-11-27T04:19:30.292" v="771" actId="14100"/>
        <pc:sldMkLst>
          <pc:docMk/>
          <pc:sldMk cId="2494861068" sldId="310"/>
        </pc:sldMkLst>
        <pc:spChg chg="mod">
          <ac:chgData name="Setogn Getu" userId="82d02caa-4bb2-4667-a251-c62638331a12" providerId="ADAL" clId="{99727F78-8186-4412-9ADC-96756A3C6B43}" dt="2025-11-27T04:14:37.599" v="735" actId="27636"/>
          <ac:spMkLst>
            <pc:docMk/>
            <pc:sldMk cId="2494861068" sldId="310"/>
            <ac:spMk id="3" creationId="{E29FA220-9BCB-2ABB-6476-DD5876073D84}"/>
          </ac:spMkLst>
        </pc:spChg>
        <pc:picChg chg="mod">
          <ac:chgData name="Setogn Getu" userId="82d02caa-4bb2-4667-a251-c62638331a12" providerId="ADAL" clId="{99727F78-8186-4412-9ADC-96756A3C6B43}" dt="2025-11-27T04:19:30.292" v="771" actId="14100"/>
          <ac:picMkLst>
            <pc:docMk/>
            <pc:sldMk cId="2494861068" sldId="310"/>
            <ac:picMk id="4" creationId="{A01203DA-2A1D-DCA0-DAE2-5866C5EFE80F}"/>
          </ac:picMkLst>
        </pc:picChg>
        <pc:picChg chg="mod">
          <ac:chgData name="Setogn Getu" userId="82d02caa-4bb2-4667-a251-c62638331a12" providerId="ADAL" clId="{99727F78-8186-4412-9ADC-96756A3C6B43}" dt="2025-11-27T04:19:26.914" v="770" actId="14100"/>
          <ac:picMkLst>
            <pc:docMk/>
            <pc:sldMk cId="2494861068" sldId="310"/>
            <ac:picMk id="5" creationId="{B453669C-5ED6-FA83-E0B4-C35B99E47BD9}"/>
          </ac:picMkLst>
        </pc:picChg>
      </pc:sldChg>
      <pc:sldChg chg="modSp mod">
        <pc:chgData name="Setogn Getu" userId="82d02caa-4bb2-4667-a251-c62638331a12" providerId="ADAL" clId="{99727F78-8186-4412-9ADC-96756A3C6B43}" dt="2025-11-27T04:11:14.888" v="701" actId="14100"/>
        <pc:sldMkLst>
          <pc:docMk/>
          <pc:sldMk cId="4088486593" sldId="313"/>
        </pc:sldMkLst>
        <pc:spChg chg="mod">
          <ac:chgData name="Setogn Getu" userId="82d02caa-4bb2-4667-a251-c62638331a12" providerId="ADAL" clId="{99727F78-8186-4412-9ADC-96756A3C6B43}" dt="2025-11-27T04:11:14.888" v="701" actId="14100"/>
          <ac:spMkLst>
            <pc:docMk/>
            <pc:sldMk cId="4088486593" sldId="313"/>
            <ac:spMk id="2" creationId="{31BB327D-A499-DEAA-B1C7-8E52E7088EAB}"/>
          </ac:spMkLst>
        </pc:spChg>
        <pc:spChg chg="mod">
          <ac:chgData name="Setogn Getu" userId="82d02caa-4bb2-4667-a251-c62638331a12" providerId="ADAL" clId="{99727F78-8186-4412-9ADC-96756A3C6B43}" dt="2025-11-27T02:41:22.703" v="624" actId="20577"/>
          <ac:spMkLst>
            <pc:docMk/>
            <pc:sldMk cId="4088486593" sldId="313"/>
            <ac:spMk id="3" creationId="{04BC4864-5D91-D73D-5045-D001F0E66B69}"/>
          </ac:spMkLst>
        </pc:spChg>
      </pc:sldChg>
      <pc:sldChg chg="modSp mod">
        <pc:chgData name="Setogn Getu" userId="82d02caa-4bb2-4667-a251-c62638331a12" providerId="ADAL" clId="{99727F78-8186-4412-9ADC-96756A3C6B43}" dt="2025-11-27T04:11:04.041" v="699" actId="1076"/>
        <pc:sldMkLst>
          <pc:docMk/>
          <pc:sldMk cId="2714522732" sldId="314"/>
        </pc:sldMkLst>
        <pc:spChg chg="mod">
          <ac:chgData name="Setogn Getu" userId="82d02caa-4bb2-4667-a251-c62638331a12" providerId="ADAL" clId="{99727F78-8186-4412-9ADC-96756A3C6B43}" dt="2025-11-27T04:11:04.041" v="699" actId="1076"/>
          <ac:spMkLst>
            <pc:docMk/>
            <pc:sldMk cId="2714522732" sldId="314"/>
            <ac:spMk id="2" creationId="{97F74494-B334-2F19-D0C4-7F74170029FE}"/>
          </ac:spMkLst>
        </pc:spChg>
        <pc:spChg chg="mod">
          <ac:chgData name="Setogn Getu" userId="82d02caa-4bb2-4667-a251-c62638331a12" providerId="ADAL" clId="{99727F78-8186-4412-9ADC-96756A3C6B43}" dt="2025-11-27T02:40:07.976" v="617" actId="20577"/>
          <ac:spMkLst>
            <pc:docMk/>
            <pc:sldMk cId="2714522732" sldId="314"/>
            <ac:spMk id="3" creationId="{321AC94A-AE65-E127-7A8A-A35C84721C10}"/>
          </ac:spMkLst>
        </pc:spChg>
      </pc:sldChg>
      <pc:sldChg chg="modSp mod">
        <pc:chgData name="Setogn Getu" userId="82d02caa-4bb2-4667-a251-c62638331a12" providerId="ADAL" clId="{99727F78-8186-4412-9ADC-96756A3C6B43}" dt="2025-11-27T04:11:58" v="710" actId="113"/>
        <pc:sldMkLst>
          <pc:docMk/>
          <pc:sldMk cId="4008945384" sldId="315"/>
        </pc:sldMkLst>
        <pc:spChg chg="mod">
          <ac:chgData name="Setogn Getu" userId="82d02caa-4bb2-4667-a251-c62638331a12" providerId="ADAL" clId="{99727F78-8186-4412-9ADC-96756A3C6B43}" dt="2025-11-27T04:11:58" v="710" actId="113"/>
          <ac:spMkLst>
            <pc:docMk/>
            <pc:sldMk cId="4008945384" sldId="315"/>
            <ac:spMk id="2" creationId="{A3B4DCCD-D93D-DBC3-EEE8-BC77AB5A2C18}"/>
          </ac:spMkLst>
        </pc:spChg>
      </pc:sldChg>
      <pc:sldChg chg="addSp delSp modSp mod">
        <pc:chgData name="Setogn Getu" userId="82d02caa-4bb2-4667-a251-c62638331a12" providerId="ADAL" clId="{99727F78-8186-4412-9ADC-96756A3C6B43}" dt="2025-11-27T04:16:20.047" v="753" actId="113"/>
        <pc:sldMkLst>
          <pc:docMk/>
          <pc:sldMk cId="1164055341" sldId="317"/>
        </pc:sldMkLst>
        <pc:spChg chg="mod">
          <ac:chgData name="Setogn Getu" userId="82d02caa-4bb2-4667-a251-c62638331a12" providerId="ADAL" clId="{99727F78-8186-4412-9ADC-96756A3C6B43}" dt="2025-11-27T04:16:20.047" v="753" actId="113"/>
          <ac:spMkLst>
            <pc:docMk/>
            <pc:sldMk cId="1164055341" sldId="317"/>
            <ac:spMk id="2" creationId="{35E7A4B0-BF0A-8EF4-0E55-A6602FE0F3CE}"/>
          </ac:spMkLst>
        </pc:spChg>
        <pc:spChg chg="mod">
          <ac:chgData name="Setogn Getu" userId="82d02caa-4bb2-4667-a251-c62638331a12" providerId="ADAL" clId="{99727F78-8186-4412-9ADC-96756A3C6B43}" dt="2025-11-27T04:15:22.423" v="742" actId="1076"/>
          <ac:spMkLst>
            <pc:docMk/>
            <pc:sldMk cId="1164055341" sldId="317"/>
            <ac:spMk id="3" creationId="{D42F9E3C-67CB-7ADE-08BD-57A6187300A5}"/>
          </ac:spMkLst>
        </pc:spChg>
        <pc:spChg chg="mod">
          <ac:chgData name="Setogn Getu" userId="82d02caa-4bb2-4667-a251-c62638331a12" providerId="ADAL" clId="{99727F78-8186-4412-9ADC-96756A3C6B43}" dt="2025-11-27T01:06:56.629" v="153" actId="26606"/>
          <ac:spMkLst>
            <pc:docMk/>
            <pc:sldMk cId="1164055341" sldId="317"/>
            <ac:spMk id="4" creationId="{0EA33F72-210C-DF53-4261-5926A4A81777}"/>
          </ac:spMkLst>
        </pc:spChg>
        <pc:spChg chg="mod">
          <ac:chgData name="Setogn Getu" userId="82d02caa-4bb2-4667-a251-c62638331a12" providerId="ADAL" clId="{99727F78-8186-4412-9ADC-96756A3C6B43}" dt="2025-11-27T01:06:56.643" v="154" actId="26606"/>
          <ac:spMkLst>
            <pc:docMk/>
            <pc:sldMk cId="1164055341" sldId="317"/>
            <ac:spMk id="5" creationId="{FFECC2EA-6B1F-1C0E-8FA5-52D5F80B52B9}"/>
          </ac:spMkLst>
        </pc:spChg>
        <pc:spChg chg="add">
          <ac:chgData name="Setogn Getu" userId="82d02caa-4bb2-4667-a251-c62638331a12" providerId="ADAL" clId="{99727F78-8186-4412-9ADC-96756A3C6B43}" dt="2025-11-27T01:06:56.643" v="154" actId="26606"/>
          <ac:spMkLst>
            <pc:docMk/>
            <pc:sldMk cId="1164055341" sldId="317"/>
            <ac:spMk id="61" creationId="{A7009A0A-BEF5-4EAC-AF15-E4F9F002E239}"/>
          </ac:spMkLst>
        </pc:spChg>
        <pc:spChg chg="add">
          <ac:chgData name="Setogn Getu" userId="82d02caa-4bb2-4667-a251-c62638331a12" providerId="ADAL" clId="{99727F78-8186-4412-9ADC-96756A3C6B43}" dt="2025-11-27T01:06:56.643" v="154" actId="26606"/>
          <ac:spMkLst>
            <pc:docMk/>
            <pc:sldMk cId="1164055341" sldId="317"/>
            <ac:spMk id="66" creationId="{A8384FB5-9ADC-4DDC-881B-597D56F5B15D}"/>
          </ac:spMkLst>
        </pc:spChg>
        <pc:spChg chg="add">
          <ac:chgData name="Setogn Getu" userId="82d02caa-4bb2-4667-a251-c62638331a12" providerId="ADAL" clId="{99727F78-8186-4412-9ADC-96756A3C6B43}" dt="2025-11-27T01:06:56.643" v="154" actId="26606"/>
          <ac:spMkLst>
            <pc:docMk/>
            <pc:sldMk cId="1164055341" sldId="317"/>
            <ac:spMk id="67" creationId="{1199E1B1-A8C0-4FE8-A5A8-1CB41D69F857}"/>
          </ac:spMkLst>
        </pc:spChg>
        <pc:spChg chg="add">
          <ac:chgData name="Setogn Getu" userId="82d02caa-4bb2-4667-a251-c62638331a12" providerId="ADAL" clId="{99727F78-8186-4412-9ADC-96756A3C6B43}" dt="2025-11-27T01:06:56.643" v="154" actId="26606"/>
          <ac:spMkLst>
            <pc:docMk/>
            <pc:sldMk cId="1164055341" sldId="317"/>
            <ac:spMk id="68" creationId="{84A8DE83-DE75-4B41-9DB4-A7EC0B0DEC0B}"/>
          </ac:spMkLst>
        </pc:spChg>
        <pc:picChg chg="mod modCrop">
          <ac:chgData name="Setogn Getu" userId="82d02caa-4bb2-4667-a251-c62638331a12" providerId="ADAL" clId="{99727F78-8186-4412-9ADC-96756A3C6B43}" dt="2025-11-27T01:38:46.689" v="229" actId="732"/>
          <ac:picMkLst>
            <pc:docMk/>
            <pc:sldMk cId="1164055341" sldId="317"/>
            <ac:picMk id="7" creationId="{B01B83A3-EAB9-6DE2-8C22-4291ADF2A816}"/>
          </ac:picMkLst>
        </pc:picChg>
      </pc:sldChg>
      <pc:sldChg chg="modSp mod">
        <pc:chgData name="Setogn Getu" userId="82d02caa-4bb2-4667-a251-c62638331a12" providerId="ADAL" clId="{99727F78-8186-4412-9ADC-96756A3C6B43}" dt="2025-11-27T04:16:08.621" v="751" actId="113"/>
        <pc:sldMkLst>
          <pc:docMk/>
          <pc:sldMk cId="1322500526" sldId="320"/>
        </pc:sldMkLst>
        <pc:spChg chg="mod">
          <ac:chgData name="Setogn Getu" userId="82d02caa-4bb2-4667-a251-c62638331a12" providerId="ADAL" clId="{99727F78-8186-4412-9ADC-96756A3C6B43}" dt="2025-11-27T04:16:08.621" v="751" actId="113"/>
          <ac:spMkLst>
            <pc:docMk/>
            <pc:sldMk cId="1322500526" sldId="320"/>
            <ac:spMk id="2" creationId="{33555199-EA39-DA45-7069-46EF26AFC0E2}"/>
          </ac:spMkLst>
        </pc:spChg>
        <pc:spChg chg="mod">
          <ac:chgData name="Setogn Getu" userId="82d02caa-4bb2-4667-a251-c62638331a12" providerId="ADAL" clId="{99727F78-8186-4412-9ADC-96756A3C6B43}" dt="2025-11-27T04:01:56.594" v="675" actId="20577"/>
          <ac:spMkLst>
            <pc:docMk/>
            <pc:sldMk cId="1322500526" sldId="320"/>
            <ac:spMk id="3" creationId="{F4ADE8C2-FFB7-AD07-6458-B7AA996D8976}"/>
          </ac:spMkLst>
        </pc:spChg>
      </pc:sldChg>
      <pc:sldChg chg="addSp delSp modSp mod">
        <pc:chgData name="Setogn Getu" userId="82d02caa-4bb2-4667-a251-c62638331a12" providerId="ADAL" clId="{99727F78-8186-4412-9ADC-96756A3C6B43}" dt="2025-11-27T04:16:25.016" v="754" actId="113"/>
        <pc:sldMkLst>
          <pc:docMk/>
          <pc:sldMk cId="2307369071" sldId="321"/>
        </pc:sldMkLst>
        <pc:spChg chg="mod">
          <ac:chgData name="Setogn Getu" userId="82d02caa-4bb2-4667-a251-c62638331a12" providerId="ADAL" clId="{99727F78-8186-4412-9ADC-96756A3C6B43}" dt="2025-11-27T04:16:25.016" v="754" actId="113"/>
          <ac:spMkLst>
            <pc:docMk/>
            <pc:sldMk cId="2307369071" sldId="321"/>
            <ac:spMk id="2" creationId="{567C4967-3BA2-594F-0D12-FF4573E99933}"/>
          </ac:spMkLst>
        </pc:spChg>
        <pc:spChg chg="mod">
          <ac:chgData name="Setogn Getu" userId="82d02caa-4bb2-4667-a251-c62638331a12" providerId="ADAL" clId="{99727F78-8186-4412-9ADC-96756A3C6B43}" dt="2025-11-27T02:09:14.658" v="461" actId="26606"/>
          <ac:spMkLst>
            <pc:docMk/>
            <pc:sldMk cId="2307369071" sldId="321"/>
            <ac:spMk id="4" creationId="{0F39734C-B990-E20C-94AC-322600FF9431}"/>
          </ac:spMkLst>
        </pc:spChg>
        <pc:spChg chg="mod">
          <ac:chgData name="Setogn Getu" userId="82d02caa-4bb2-4667-a251-c62638331a12" providerId="ADAL" clId="{99727F78-8186-4412-9ADC-96756A3C6B43}" dt="2025-11-27T02:09:14.658" v="461" actId="26606"/>
          <ac:spMkLst>
            <pc:docMk/>
            <pc:sldMk cId="2307369071" sldId="321"/>
            <ac:spMk id="5" creationId="{071A4FF6-5F16-DD7F-9478-9BC682D0C0CB}"/>
          </ac:spMkLst>
        </pc:spChg>
        <pc:spChg chg="add">
          <ac:chgData name="Setogn Getu" userId="82d02caa-4bb2-4667-a251-c62638331a12" providerId="ADAL" clId="{99727F78-8186-4412-9ADC-96756A3C6B43}" dt="2025-11-27T02:09:17.729" v="464" actId="26606"/>
          <ac:spMkLst>
            <pc:docMk/>
            <pc:sldMk cId="2307369071" sldId="321"/>
            <ac:spMk id="107" creationId="{017517EF-BD4D-4055-BDB4-A322C53568AD}"/>
          </ac:spMkLst>
        </pc:spChg>
        <pc:spChg chg="add">
          <ac:chgData name="Setogn Getu" userId="82d02caa-4bb2-4667-a251-c62638331a12" providerId="ADAL" clId="{99727F78-8186-4412-9ADC-96756A3C6B43}" dt="2025-11-27T02:09:17.729" v="464" actId="26606"/>
          <ac:spMkLst>
            <pc:docMk/>
            <pc:sldMk cId="2307369071" sldId="321"/>
            <ac:spMk id="108" creationId="{0ADDB668-2CA4-4D2B-9C34-3487CA330BA8}"/>
          </ac:spMkLst>
        </pc:spChg>
        <pc:spChg chg="add">
          <ac:chgData name="Setogn Getu" userId="82d02caa-4bb2-4667-a251-c62638331a12" providerId="ADAL" clId="{99727F78-8186-4412-9ADC-96756A3C6B43}" dt="2025-11-27T02:09:17.729" v="464" actId="26606"/>
          <ac:spMkLst>
            <pc:docMk/>
            <pc:sldMk cId="2307369071" sldId="321"/>
            <ac:spMk id="109" creationId="{2568BC19-F052-4108-93E1-6A3D1DEC072F}"/>
          </ac:spMkLst>
        </pc:spChg>
        <pc:spChg chg="add">
          <ac:chgData name="Setogn Getu" userId="82d02caa-4bb2-4667-a251-c62638331a12" providerId="ADAL" clId="{99727F78-8186-4412-9ADC-96756A3C6B43}" dt="2025-11-27T02:09:17.729" v="464" actId="26606"/>
          <ac:spMkLst>
            <pc:docMk/>
            <pc:sldMk cId="2307369071" sldId="321"/>
            <ac:spMk id="110" creationId="{D5FD337D-4D6B-4C8B-B6F5-121097E09881}"/>
          </ac:spMkLst>
        </pc:spChg>
        <pc:picChg chg="mod">
          <ac:chgData name="Setogn Getu" userId="82d02caa-4bb2-4667-a251-c62638331a12" providerId="ADAL" clId="{99727F78-8186-4412-9ADC-96756A3C6B43}" dt="2025-11-27T02:09:17.719" v="463" actId="26606"/>
          <ac:picMkLst>
            <pc:docMk/>
            <pc:sldMk cId="2307369071" sldId="321"/>
            <ac:picMk id="6" creationId="{640C5EFB-45DE-4B63-F75C-D1BC3AC37F38}"/>
          </ac:picMkLst>
        </pc:picChg>
      </pc:sldChg>
      <pc:sldChg chg="addSp delSp modSp add mod">
        <pc:chgData name="Setogn Getu" userId="82d02caa-4bb2-4667-a251-c62638331a12" providerId="ADAL" clId="{99727F78-8186-4412-9ADC-96756A3C6B43}" dt="2025-11-27T04:16:13.939" v="752" actId="113"/>
        <pc:sldMkLst>
          <pc:docMk/>
          <pc:sldMk cId="942994783" sldId="326"/>
        </pc:sldMkLst>
        <pc:spChg chg="mod">
          <ac:chgData name="Setogn Getu" userId="82d02caa-4bb2-4667-a251-c62638331a12" providerId="ADAL" clId="{99727F78-8186-4412-9ADC-96756A3C6B43}" dt="2025-11-27T04:16:13.939" v="752" actId="113"/>
          <ac:spMkLst>
            <pc:docMk/>
            <pc:sldMk cId="942994783" sldId="326"/>
            <ac:spMk id="2" creationId="{33800103-36F8-2000-0BFA-C3B2624C34D5}"/>
          </ac:spMkLst>
        </pc:spChg>
        <pc:spChg chg="mod">
          <ac:chgData name="Setogn Getu" userId="82d02caa-4bb2-4667-a251-c62638331a12" providerId="ADAL" clId="{99727F78-8186-4412-9ADC-96756A3C6B43}" dt="2025-11-27T04:15:47.039" v="747" actId="14100"/>
          <ac:spMkLst>
            <pc:docMk/>
            <pc:sldMk cId="942994783" sldId="326"/>
            <ac:spMk id="3" creationId="{28B72ADE-7B88-B409-6A61-6BE4FA07F4B8}"/>
          </ac:spMkLst>
        </pc:spChg>
        <pc:picChg chg="add mod modCrop">
          <ac:chgData name="Setogn Getu" userId="82d02caa-4bb2-4667-a251-c62638331a12" providerId="ADAL" clId="{99727F78-8186-4412-9ADC-96756A3C6B43}" dt="2025-11-27T00:55:23.198" v="130" actId="14100"/>
          <ac:picMkLst>
            <pc:docMk/>
            <pc:sldMk cId="942994783" sldId="326"/>
            <ac:picMk id="7" creationId="{3FB7989F-E874-50A3-E748-1D501861A448}"/>
          </ac:picMkLst>
        </pc:picChg>
      </pc:sldChg>
      <pc:sldChg chg="addSp delSp modSp add mod">
        <pc:chgData name="Setogn Getu" userId="82d02caa-4bb2-4667-a251-c62638331a12" providerId="ADAL" clId="{99727F78-8186-4412-9ADC-96756A3C6B43}" dt="2025-11-27T04:16:52.447" v="758" actId="255"/>
        <pc:sldMkLst>
          <pc:docMk/>
          <pc:sldMk cId="3495361883" sldId="327"/>
        </pc:sldMkLst>
        <pc:spChg chg="mod">
          <ac:chgData name="Setogn Getu" userId="82d02caa-4bb2-4667-a251-c62638331a12" providerId="ADAL" clId="{99727F78-8186-4412-9ADC-96756A3C6B43}" dt="2025-11-27T04:04:45.964" v="683" actId="113"/>
          <ac:spMkLst>
            <pc:docMk/>
            <pc:sldMk cId="3495361883" sldId="327"/>
            <ac:spMk id="2" creationId="{84BB9B97-3B49-3CCD-0DEE-8DB04719C922}"/>
          </ac:spMkLst>
        </pc:spChg>
        <pc:spChg chg="mod">
          <ac:chgData name="Setogn Getu" userId="82d02caa-4bb2-4667-a251-c62638331a12" providerId="ADAL" clId="{99727F78-8186-4412-9ADC-96756A3C6B43}" dt="2025-11-27T04:16:52.447" v="758" actId="255"/>
          <ac:spMkLst>
            <pc:docMk/>
            <pc:sldMk cId="3495361883" sldId="327"/>
            <ac:spMk id="3" creationId="{C2C28B38-6ADF-CD35-D8D2-7746B88BED74}"/>
          </ac:spMkLst>
        </pc:spChg>
        <pc:picChg chg="add mod">
          <ac:chgData name="Setogn Getu" userId="82d02caa-4bb2-4667-a251-c62638331a12" providerId="ADAL" clId="{99727F78-8186-4412-9ADC-96756A3C6B43}" dt="2025-11-27T01:03:39.761" v="139" actId="1076"/>
          <ac:picMkLst>
            <pc:docMk/>
            <pc:sldMk cId="3495361883" sldId="327"/>
            <ac:picMk id="9" creationId="{839DFAB7-0E6B-D408-309B-87E75083EB1C}"/>
          </ac:picMkLst>
        </pc:picChg>
        <pc:picChg chg="add mod modCrop">
          <ac:chgData name="Setogn Getu" userId="82d02caa-4bb2-4667-a251-c62638331a12" providerId="ADAL" clId="{99727F78-8186-4412-9ADC-96756A3C6B43}" dt="2025-11-27T01:04:34.690" v="146" actId="14100"/>
          <ac:picMkLst>
            <pc:docMk/>
            <pc:sldMk cId="3495361883" sldId="327"/>
            <ac:picMk id="11" creationId="{7DAC79C9-C46E-AE0B-9F6E-87E909F4F1AB}"/>
          </ac:picMkLst>
        </pc:picChg>
      </pc:sldChg>
      <pc:sldChg chg="addSp delSp modSp new mod setBg">
        <pc:chgData name="Setogn Getu" userId="82d02caa-4bb2-4667-a251-c62638331a12" providerId="ADAL" clId="{99727F78-8186-4412-9ADC-96756A3C6B43}" dt="2025-11-27T04:18:44.441" v="769" actId="14100"/>
        <pc:sldMkLst>
          <pc:docMk/>
          <pc:sldMk cId="2380834408" sldId="329"/>
        </pc:sldMkLst>
        <pc:spChg chg="mod">
          <ac:chgData name="Setogn Getu" userId="82d02caa-4bb2-4667-a251-c62638331a12" providerId="ADAL" clId="{99727F78-8186-4412-9ADC-96756A3C6B43}" dt="2025-11-27T04:18:44.441" v="769" actId="14100"/>
          <ac:spMkLst>
            <pc:docMk/>
            <pc:sldMk cId="2380834408" sldId="329"/>
            <ac:spMk id="3" creationId="{0F81FE61-5B7F-556B-51AC-F6282CCEF894}"/>
          </ac:spMkLst>
        </pc:spChg>
        <pc:spChg chg="mod">
          <ac:chgData name="Setogn Getu" userId="82d02caa-4bb2-4667-a251-c62638331a12" providerId="ADAL" clId="{99727F78-8186-4412-9ADC-96756A3C6B43}" dt="2025-11-27T02:05:49.823" v="444" actId="26606"/>
          <ac:spMkLst>
            <pc:docMk/>
            <pc:sldMk cId="2380834408" sldId="329"/>
            <ac:spMk id="4" creationId="{5382A671-709A-1582-2924-8231CD886E29}"/>
          </ac:spMkLst>
        </pc:spChg>
        <pc:spChg chg="mod">
          <ac:chgData name="Setogn Getu" userId="82d02caa-4bb2-4667-a251-c62638331a12" providerId="ADAL" clId="{99727F78-8186-4412-9ADC-96756A3C6B43}" dt="2025-11-27T02:05:49.823" v="444" actId="26606"/>
          <ac:spMkLst>
            <pc:docMk/>
            <pc:sldMk cId="2380834408" sldId="329"/>
            <ac:spMk id="5" creationId="{D9E9FF61-22E8-4B1E-32C3-ACF0A8442E3E}"/>
          </ac:spMkLst>
        </pc:spChg>
        <pc:spChg chg="add del">
          <ac:chgData name="Setogn Getu" userId="82d02caa-4bb2-4667-a251-c62638331a12" providerId="ADAL" clId="{99727F78-8186-4412-9ADC-96756A3C6B43}" dt="2025-11-27T02:05:49.823" v="444" actId="26606"/>
          <ac:spMkLst>
            <pc:docMk/>
            <pc:sldMk cId="2380834408" sldId="329"/>
            <ac:spMk id="120" creationId="{88EB6E95-9C89-4CFF-A598-F278D0DFB39E}"/>
          </ac:spMkLst>
        </pc:spChg>
        <pc:spChg chg="add del">
          <ac:chgData name="Setogn Getu" userId="82d02caa-4bb2-4667-a251-c62638331a12" providerId="ADAL" clId="{99727F78-8186-4412-9ADC-96756A3C6B43}" dt="2025-11-27T02:05:49.823" v="444" actId="26606"/>
          <ac:spMkLst>
            <pc:docMk/>
            <pc:sldMk cId="2380834408" sldId="329"/>
            <ac:spMk id="121" creationId="{474CD0F4-EA2A-4E5D-AE73-1112C1CA2A19}"/>
          </ac:spMkLst>
        </pc:spChg>
        <pc:grpChg chg="add del">
          <ac:chgData name="Setogn Getu" userId="82d02caa-4bb2-4667-a251-c62638331a12" providerId="ADAL" clId="{99727F78-8186-4412-9ADC-96756A3C6B43}" dt="2025-11-27T02:05:49.823" v="444" actId="26606"/>
          <ac:grpSpMkLst>
            <pc:docMk/>
            <pc:sldMk cId="2380834408" sldId="329"/>
            <ac:grpSpMk id="113" creationId="{1BC136B2-4D8D-4561-95D5-56167F4116BD}"/>
          </ac:grpSpMkLst>
        </pc:grpChg>
        <pc:grpChg chg="add del">
          <ac:chgData name="Setogn Getu" userId="82d02caa-4bb2-4667-a251-c62638331a12" providerId="ADAL" clId="{99727F78-8186-4412-9ADC-96756A3C6B43}" dt="2025-11-27T02:05:49.823" v="444" actId="26606"/>
          <ac:grpSpMkLst>
            <pc:docMk/>
            <pc:sldMk cId="2380834408" sldId="329"/>
            <ac:grpSpMk id="122" creationId="{A1EDC8FC-C3D1-4FE4-8E66-29767478DBDB}"/>
          </ac:grpSpMkLst>
        </pc:gr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4:33:41.4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24514,'0'653'0,"1365"-653"0,-1365-653 0,-1365 653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4:34:11.3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24503,'0'820'0,"1358"-820"0,-1358-820 0,-1358 820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4:34:22.2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4:34:38.8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24530,'0'739'0,"1344"-739"0,-1344-739 0,-1344 739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53DA27-2595-4669-8782-998FD6BEBCA2}" type="datetimeFigureOut">
              <a:rPr lang="en-CA" smtClean="0"/>
              <a:t>2025-12-20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090F1E-31D9-4E98-970D-449D06AE04D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02468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DA26B-0280-D07D-EF28-D8CFB8103F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36FA16-F82A-53FC-431A-ECCE4B60E9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9861A-B019-FD4D-47A5-72EF39735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89D68-01F9-425A-8573-D0554B0FBE26}" type="datetime1">
              <a:rPr lang="en-CA" smtClean="0"/>
              <a:t>2025-12-20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2725A-F637-19E3-1021-E2AAF3B42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E1A95-F5CD-0406-0509-41030856F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A6B87-0D30-421E-90CD-81F5C10ABC8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2895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6E747-2F32-D1D7-3F50-80EDAB4AD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FCAEA-B26C-7EAE-3303-9A973EF1CB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46E73-1979-6535-54CF-F087E4808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AADC1-9DCC-4143-927B-C90AA9D15710}" type="datetime1">
              <a:rPr lang="en-CA" smtClean="0"/>
              <a:t>2025-12-20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080D20-D930-E29D-3A25-EBC7EB59C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882E9-7C2F-766D-5B8E-10D1D5661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A6B87-0D30-421E-90CD-81F5C10ABC8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14726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96D4F-2B55-DD65-4343-7D69B87F9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EE3AA3-EEB6-A204-BE55-BCF1D318D1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FB6536-8462-D178-6A62-862B0B397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284E5-419F-417D-B1AD-40F59B63B281}" type="datetime1">
              <a:rPr lang="en-CA" smtClean="0"/>
              <a:t>2025-12-20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2E04C-5D84-C9F9-DFDD-FA150A412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0EA0E-BE7F-E0A0-42A9-943A8A840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A6B87-0D30-421E-90CD-81F5C10ABC8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01755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544C1-000B-DA36-07F2-FB703036B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2675F-0D72-722B-B449-A027C0F5DA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FA540E-3986-B7DE-9E23-6DCE8CA0EE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0AA8F6-118D-27AA-335E-2BC45EEC6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A3499-518C-4C95-BE4F-E8D03FC33673}" type="datetime1">
              <a:rPr lang="en-CA" smtClean="0"/>
              <a:t>2025-12-20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833DCA-21A9-A8A1-32D3-78F4E6E5D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17CFA3-514A-0C8E-8851-D38573F7C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A6B87-0D30-421E-90CD-81F5C10ABC8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02634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B648C-8835-E27E-C707-1448DF658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361935-1860-AB6C-DAD4-A213FD60C5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5364D7-A2B6-57B9-36EB-A116CE2B72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8671F0-E9E3-8886-849E-FA41189BC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37555F-46DF-3BF1-EE30-4A4F921195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00D401-9746-9066-EEAA-E4C494230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75D52-FE6B-415B-A714-563B453A9E98}" type="datetime1">
              <a:rPr lang="en-CA" smtClean="0"/>
              <a:t>2025-12-20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078831-72FF-E04E-3228-A80A9ED25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29EECA-5526-5B49-36EA-73A3A14DF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A6B87-0D30-421E-90CD-81F5C10ABC8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86053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9C47D-EC97-7E17-1EFC-0945BD21E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263CD7-1216-0EE0-38EF-2B31E0825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9F318-E50D-44FE-9D91-F4B380F12E14}" type="datetime1">
              <a:rPr lang="en-CA" smtClean="0"/>
              <a:t>2025-12-20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12E0F7-B4F6-17E4-CD3D-4CE899138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91A654-5845-94C4-0237-50291E7FE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A6B87-0D30-421E-90CD-81F5C10ABC8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94686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396866-67CB-DDD7-9ADD-C45C1702A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05C0C-6E03-4A2C-98D4-FCDB88D0ECCC}" type="datetime1">
              <a:rPr lang="en-CA" smtClean="0"/>
              <a:t>2025-12-20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670A0B-FE1A-6D79-CDDD-0A7F3C222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DD4847-4550-6B5F-EFEC-55F67F4EA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A6B87-0D30-421E-90CD-81F5C10ABC8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81934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B14FF-26C9-1529-E4B1-5A05A01C2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7A806-0B96-3D1A-746B-58AEA459A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FC91E0-EDD8-E537-D4EF-EFF62CF07E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3E6B7B-EC43-15F3-3A19-3960A080D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9BB59-EAB7-4218-95E5-2FA055406FE5}" type="datetime1">
              <a:rPr lang="en-CA" smtClean="0"/>
              <a:t>2025-12-20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82C9FC-859F-6F2F-49C4-5E0B47FD8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25E02-F2D9-9658-CD08-EC4A40B7A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A6B87-0D30-421E-90CD-81F5C10ABC8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59633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E7F87-46D7-3D89-4818-F90244BD6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247D81-717D-B68E-BED4-D212B52F47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98837B-D313-9E11-C34B-BECF1EB466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DAAEBC-1501-76F9-732A-32B5FD8B8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EFAF5-CDE7-4369-9795-77F2B10A389A}" type="datetime1">
              <a:rPr lang="en-CA" smtClean="0"/>
              <a:t>2025-12-20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D5A5EB-0945-D15F-F3D7-365A2F615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3C9A2-D5AB-BBDA-FC2B-F3BEB21F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A6B87-0D30-421E-90CD-81F5C10ABC8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49448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5B29C-9963-A302-A114-86EBC21E3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3E50FF-AFC6-6D27-2CA9-5AB9E909BC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B019B-36BC-AC0E-42DD-5C033AB0C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C8E1D-31A6-409E-AF6A-2B1DADF968CA}" type="datetime1">
              <a:rPr lang="en-CA" smtClean="0"/>
              <a:t>2025-12-20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F2963-8AF3-E7EB-D81A-AEBB0939D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63021-604F-4B0F-775D-6E8D8F751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A6B87-0D30-421E-90CD-81F5C10ABC8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6774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FAFE37-ED88-07EE-46C9-33469B4803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BB0D46-15C5-85D7-79C2-DE2A6BFF4B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6FD8F-725F-C8BD-F87C-5D4E1081D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8C541-A29F-46EA-98F5-8C8DE35AA9FD}" type="datetime1">
              <a:rPr lang="en-CA" smtClean="0"/>
              <a:t>2025-12-20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2C19C-562C-47E9-6231-D86F1177A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E6C3F-1AE7-CF78-7852-6286E6BEC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A6B87-0D30-421E-90CD-81F5C10ABC8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64085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4B64D7-3050-A60F-F0BC-92D73A73E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F3139B-56CC-7722-84A9-F37BADE60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DC588-0DB7-78CC-25BE-DE946F6427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031DF0-32E5-4D94-857F-01296FE5B090}" type="datetime1">
              <a:rPr lang="en-CA" smtClean="0"/>
              <a:t>2025-12-20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852DA-2760-75EF-999D-047B75F664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B62C3-E437-486D-4CD6-E8F7C90C55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6A6B87-0D30-421E-90CD-81F5C10ABC8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58333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0.png"/><Relationship Id="rId5" Type="http://schemas.openxmlformats.org/officeDocument/2006/relationships/customXml" Target="../ink/ink2.xml"/><Relationship Id="rId10" Type="http://schemas.openxmlformats.org/officeDocument/2006/relationships/image" Target="../media/image21.png"/><Relationship Id="rId4" Type="http://schemas.openxmlformats.org/officeDocument/2006/relationships/image" Target="../media/image180.png"/><Relationship Id="rId9" Type="http://schemas.openxmlformats.org/officeDocument/2006/relationships/customXml" Target="../ink/ink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81D2112-4B61-75CC-803A-D881798576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880" y="538480"/>
            <a:ext cx="11084560" cy="5967095"/>
          </a:xfrm>
        </p:spPr>
        <p:txBody>
          <a:bodyPr/>
          <a:lstStyle/>
          <a:p>
            <a:endParaRPr lang="en-CA" b="1" dirty="0"/>
          </a:p>
          <a:p>
            <a:r>
              <a:rPr lang="en-CA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Hydroclimatology</a:t>
            </a:r>
            <a:r>
              <a:rPr lang="en-CA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</a:t>
            </a:r>
            <a:endParaRPr lang="en-CA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CA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Resources Management (CIVL 7740 T05) </a:t>
            </a:r>
            <a:endParaRPr lang="en-CA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CA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 project presentation on:</a:t>
            </a:r>
            <a:endParaRPr lang="en-CA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CA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CA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Pre-Seasonal Streamflow Forecasting using a Principal Component Regression Model in the Michipicoten Watershed, Canada</a:t>
            </a:r>
            <a:endParaRPr lang="en-CA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CA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CA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CA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endParaRPr lang="en-CA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CA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Setogn Abate Getu</a:t>
            </a:r>
            <a:endParaRPr lang="en-CA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BCF598-B72F-6CDE-08CC-E7C4AFEB5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689" y="4888230"/>
            <a:ext cx="3347085" cy="1431289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78C04F-75D8-4514-694C-3DA1C2EC2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675B-95DD-4733-B679-FADADF7B3D9A}" type="datetime1">
              <a:rPr lang="en-CA" smtClean="0"/>
              <a:t>2025-12-20</a:t>
            </a:fld>
            <a:endParaRPr lang="en-CA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DC491F0-9A0D-70E6-AE6A-805A9015F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A6B87-0D30-421E-90CD-81F5C10ABC82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01185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0" name="Rectangle 119">
            <a:extLst>
              <a:ext uri="{FF2B5EF4-FFF2-40B4-BE49-F238E27FC236}">
                <a16:creationId xmlns:a16="http://schemas.microsoft.com/office/drawing/2014/main" id="{88EB6E95-9C89-4CFF-A598-F278D0DFB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474CD0F4-EA2A-4E5D-AE73-1112C1CA2A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81FE61-5B7F-556B-51AC-F6282CCEF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1597" y="1619250"/>
            <a:ext cx="5817424" cy="4873438"/>
          </a:xfrm>
        </p:spPr>
        <p:txBody>
          <a:bodyPr anchor="ctr">
            <a:normAutofit/>
          </a:bodyPr>
          <a:lstStyle/>
          <a:p>
            <a:pPr algn="l"/>
            <a:r>
              <a:rPr lang="en-CA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outlines </a:t>
            </a:r>
          </a:p>
          <a:p>
            <a:pPr marL="1819241" lvl="3" indent="-447675" algn="l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and Motivation </a:t>
            </a:r>
          </a:p>
          <a:p>
            <a:pPr marL="1819241" lvl="3" indent="-447675" algn="l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1819241" lvl="3" indent="-447675" algn="l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sources</a:t>
            </a:r>
          </a:p>
          <a:p>
            <a:pPr marL="1819241" lvl="3" indent="-447675" algn="l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 and tools</a:t>
            </a:r>
          </a:p>
          <a:p>
            <a:pPr marL="1819241" lvl="3" indent="-447675" algn="l">
              <a:buFont typeface="Wingdings" panose="05000000000000000000" pitchFamily="2" charset="2"/>
              <a:buChar char="q"/>
            </a:pPr>
            <a:r>
              <a:rPr lang="en-CA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and Approach</a:t>
            </a:r>
          </a:p>
          <a:p>
            <a:pPr marL="1819241" lvl="3" indent="-447675" algn="l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</a:t>
            </a:r>
          </a:p>
          <a:p>
            <a:pPr marL="1819241" lvl="3" indent="-447675" algn="l">
              <a:buFont typeface="Wingdings" panose="05000000000000000000" pitchFamily="2" charset="2"/>
              <a:buChar char="q"/>
            </a:pPr>
            <a:r>
              <a:rPr lang="en-CA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Discussions </a:t>
            </a:r>
          </a:p>
          <a:p>
            <a:pPr marL="1819241" lvl="3" indent="-447675" algn="l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  <a:endParaRPr lang="en-CA" sz="2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CA" sz="1900" dirty="0">
              <a:solidFill>
                <a:schemeClr val="tx2"/>
              </a:solidFill>
            </a:endParaRPr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A1EDC8FC-C3D1-4FE4-8E66-29767478D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51638344-E7F0-4958-8208-ADCB822569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4E1970FB-4D97-4834-84EC-E48B27CC19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CEA7D5D6-1774-4826-A365-56CA591C9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9CE5CDD-EDFB-416F-889C-A7DB46AA9A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82A671-709A-1582-2924-8231CD886E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4672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2689D68-01F9-425A-8573-D0554B0FBE26}" type="datetime1">
              <a:rPr lang="en-CA" smtClean="0"/>
              <a:pPr>
                <a:spcAft>
                  <a:spcPts val="600"/>
                </a:spcAft>
              </a:pPr>
              <a:t>2025-12-20</a:t>
            </a:fld>
            <a:endParaRPr lang="en-CA"/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1BC136B2-4D8D-4561-95D5-56167F411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114799"/>
            <a:ext cx="3655725" cy="2743201"/>
            <a:chOff x="-305" y="-1"/>
            <a:chExt cx="3832880" cy="2876136"/>
          </a:xfrm>
        </p:grpSpPr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2C3B060E-7597-4B31-9EBE-16DBC974CD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937A35E4-8449-4A65-9CFF-F87916203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5774B36-1747-45AE-82C4-C5BA90C518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0022F94E-D4FB-4369-A3EE-7D82330BA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E9FF61-22E8-4B1E-32C3-ACF0A8442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E6A6B87-0D30-421E-90CD-81F5C10ABC82}" type="slidenum">
              <a:rPr lang="en-CA" smtClean="0"/>
              <a:pPr>
                <a:spcAft>
                  <a:spcPts val="600"/>
                </a:spcAft>
              </a:pPr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80834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6CEBD2-C223-C82C-0F4D-061C09034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8" name="Rectangle 107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Freeform: Shape 108">
            <a:extLst>
              <a:ext uri="{FF2B5EF4-FFF2-40B4-BE49-F238E27FC236}">
                <a16:creationId xmlns:a16="http://schemas.microsoft.com/office/drawing/2014/main" id="{827FF362-FC97-4BF5-949B-D4ADFA26E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888549">
            <a:off x="-1059473" y="-1108988"/>
            <a:ext cx="7179830" cy="5226565"/>
          </a:xfrm>
          <a:custGeom>
            <a:avLst/>
            <a:gdLst>
              <a:gd name="connsiteX0" fmla="*/ 5217841 w 7179830"/>
              <a:gd name="connsiteY0" fmla="*/ 464824 h 5226565"/>
              <a:gd name="connsiteX1" fmla="*/ 5222490 w 7179830"/>
              <a:gd name="connsiteY1" fmla="*/ 464289 h 5226565"/>
              <a:gd name="connsiteX2" fmla="*/ 5216768 w 7179830"/>
              <a:gd name="connsiteY2" fmla="*/ 463394 h 5226565"/>
              <a:gd name="connsiteX3" fmla="*/ 5217841 w 7179830"/>
              <a:gd name="connsiteY3" fmla="*/ 464824 h 5226565"/>
              <a:gd name="connsiteX4" fmla="*/ 4945201 w 7179830"/>
              <a:gd name="connsiteY4" fmla="*/ 5226565 h 5226565"/>
              <a:gd name="connsiteX5" fmla="*/ 140449 w 7179830"/>
              <a:gd name="connsiteY5" fmla="*/ 2240811 h 5226565"/>
              <a:gd name="connsiteX6" fmla="*/ 232913 w 7179830"/>
              <a:gd name="connsiteY6" fmla="*/ 2052782 h 5226565"/>
              <a:gd name="connsiteX7" fmla="*/ 375714 w 7179830"/>
              <a:gd name="connsiteY7" fmla="*/ 1803205 h 5226565"/>
              <a:gd name="connsiteX8" fmla="*/ 1512756 w 7179830"/>
              <a:gd name="connsiteY8" fmla="*/ 638448 h 5226565"/>
              <a:gd name="connsiteX9" fmla="*/ 2902095 w 7179830"/>
              <a:gd name="connsiteY9" fmla="*/ 120440 h 5226565"/>
              <a:gd name="connsiteX10" fmla="*/ 2848453 w 7179830"/>
              <a:gd name="connsiteY10" fmla="*/ 125626 h 5226565"/>
              <a:gd name="connsiteX11" fmla="*/ 1837830 w 7179830"/>
              <a:gd name="connsiteY11" fmla="*/ 426203 h 5226565"/>
              <a:gd name="connsiteX12" fmla="*/ 214608 w 7179830"/>
              <a:gd name="connsiteY12" fmla="*/ 1882239 h 5226565"/>
              <a:gd name="connsiteX13" fmla="*/ 91317 w 7179830"/>
              <a:gd name="connsiteY13" fmla="*/ 2123701 h 5226565"/>
              <a:gd name="connsiteX14" fmla="*/ 64092 w 7179830"/>
              <a:gd name="connsiteY14" fmla="*/ 2193361 h 5226565"/>
              <a:gd name="connsiteX15" fmla="*/ 0 w 7179830"/>
              <a:gd name="connsiteY15" fmla="*/ 2153533 h 5226565"/>
              <a:gd name="connsiteX16" fmla="*/ 42834 w 7179830"/>
              <a:gd name="connsiteY16" fmla="*/ 2047277 h 5226565"/>
              <a:gd name="connsiteX17" fmla="*/ 923582 w 7179830"/>
              <a:gd name="connsiteY17" fmla="*/ 915600 h 5226565"/>
              <a:gd name="connsiteX18" fmla="*/ 2686989 w 7179830"/>
              <a:gd name="connsiteY18" fmla="*/ 73950 h 5226565"/>
              <a:gd name="connsiteX19" fmla="*/ 3059983 w 7179830"/>
              <a:gd name="connsiteY19" fmla="*/ 20308 h 5226565"/>
              <a:gd name="connsiteX20" fmla="*/ 3454435 w 7179830"/>
              <a:gd name="connsiteY20" fmla="*/ 1176 h 5226565"/>
              <a:gd name="connsiteX21" fmla="*/ 3923806 w 7179830"/>
              <a:gd name="connsiteY21" fmla="*/ 49990 h 5226565"/>
              <a:gd name="connsiteX22" fmla="*/ 5350874 w 7179830"/>
              <a:gd name="connsiteY22" fmla="*/ 426917 h 5226565"/>
              <a:gd name="connsiteX23" fmla="*/ 6607360 w 7179830"/>
              <a:gd name="connsiteY23" fmla="*/ 1075097 h 5226565"/>
              <a:gd name="connsiteX24" fmla="*/ 7110534 w 7179830"/>
              <a:gd name="connsiteY24" fmla="*/ 1541421 h 5226565"/>
              <a:gd name="connsiteX25" fmla="*/ 7179830 w 7179830"/>
              <a:gd name="connsiteY25" fmla="*/ 1630542 h 5226565"/>
              <a:gd name="connsiteX26" fmla="*/ 7136295 w 7179830"/>
              <a:gd name="connsiteY26" fmla="*/ 1700600 h 5226565"/>
              <a:gd name="connsiteX27" fmla="*/ 7131140 w 7179830"/>
              <a:gd name="connsiteY27" fmla="*/ 1693045 h 5226565"/>
              <a:gd name="connsiteX28" fmla="*/ 6577499 w 7179830"/>
              <a:gd name="connsiteY28" fmla="*/ 1148230 h 5226565"/>
              <a:gd name="connsiteX29" fmla="*/ 5494816 w 7179830"/>
              <a:gd name="connsiteY29" fmla="*/ 563527 h 5226565"/>
              <a:gd name="connsiteX30" fmla="*/ 5366967 w 7179830"/>
              <a:gd name="connsiteY30" fmla="*/ 514176 h 5226565"/>
              <a:gd name="connsiteX31" fmla="*/ 5244661 w 7179830"/>
              <a:gd name="connsiteY31" fmla="*/ 470725 h 5226565"/>
              <a:gd name="connsiteX32" fmla="*/ 5904822 w 7179830"/>
              <a:gd name="connsiteY32" fmla="*/ 815468 h 5226565"/>
              <a:gd name="connsiteX33" fmla="*/ 7015222 w 7179830"/>
              <a:gd name="connsiteY33" fmla="*/ 1815185 h 5226565"/>
              <a:gd name="connsiteX34" fmla="*/ 7040454 w 7179830"/>
              <a:gd name="connsiteY34" fmla="*/ 1854830 h 5226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7179830" h="5226565">
                <a:moveTo>
                  <a:pt x="5217841" y="464824"/>
                </a:moveTo>
                <a:lnTo>
                  <a:pt x="5222490" y="464289"/>
                </a:lnTo>
                <a:lnTo>
                  <a:pt x="5216768" y="463394"/>
                </a:lnTo>
                <a:cubicBezTo>
                  <a:pt x="5216768" y="463394"/>
                  <a:pt x="5216768" y="464646"/>
                  <a:pt x="5217841" y="464824"/>
                </a:cubicBezTo>
                <a:close/>
                <a:moveTo>
                  <a:pt x="4945201" y="5226565"/>
                </a:moveTo>
                <a:lnTo>
                  <a:pt x="140449" y="2240811"/>
                </a:lnTo>
                <a:lnTo>
                  <a:pt x="232913" y="2052782"/>
                </a:lnTo>
                <a:cubicBezTo>
                  <a:pt x="277693" y="1968290"/>
                  <a:pt x="325201" y="1885054"/>
                  <a:pt x="375714" y="1803205"/>
                </a:cubicBezTo>
                <a:cubicBezTo>
                  <a:pt x="667528" y="1329721"/>
                  <a:pt x="1039629" y="935091"/>
                  <a:pt x="1512756" y="638448"/>
                </a:cubicBezTo>
                <a:cubicBezTo>
                  <a:pt x="1939392" y="370950"/>
                  <a:pt x="2405724" y="210560"/>
                  <a:pt x="2902095" y="120440"/>
                </a:cubicBezTo>
                <a:cubicBezTo>
                  <a:pt x="2884054" y="118134"/>
                  <a:pt x="2865727" y="119904"/>
                  <a:pt x="2848453" y="125626"/>
                </a:cubicBezTo>
                <a:cubicBezTo>
                  <a:pt x="2498704" y="175943"/>
                  <a:pt x="2158217" y="277201"/>
                  <a:pt x="1837830" y="426203"/>
                </a:cubicBezTo>
                <a:cubicBezTo>
                  <a:pt x="1147094" y="744660"/>
                  <a:pt x="593502" y="1217071"/>
                  <a:pt x="214608" y="1882239"/>
                </a:cubicBezTo>
                <a:cubicBezTo>
                  <a:pt x="169441" y="1960776"/>
                  <a:pt x="128308" y="2041369"/>
                  <a:pt x="91317" y="2123701"/>
                </a:cubicBezTo>
                <a:lnTo>
                  <a:pt x="64092" y="2193361"/>
                </a:lnTo>
                <a:lnTo>
                  <a:pt x="0" y="2153533"/>
                </a:lnTo>
                <a:lnTo>
                  <a:pt x="42834" y="2047277"/>
                </a:lnTo>
                <a:cubicBezTo>
                  <a:pt x="241792" y="1615775"/>
                  <a:pt x="541268" y="1241591"/>
                  <a:pt x="923582" y="915600"/>
                </a:cubicBezTo>
                <a:cubicBezTo>
                  <a:pt x="1435331" y="478415"/>
                  <a:pt x="2028081" y="205375"/>
                  <a:pt x="2686989" y="73950"/>
                </a:cubicBezTo>
                <a:cubicBezTo>
                  <a:pt x="2810367" y="49274"/>
                  <a:pt x="2934818" y="32466"/>
                  <a:pt x="3059983" y="20308"/>
                </a:cubicBezTo>
                <a:cubicBezTo>
                  <a:pt x="3185149" y="8148"/>
                  <a:pt x="3308706" y="2963"/>
                  <a:pt x="3454435" y="1176"/>
                </a:cubicBezTo>
                <a:cubicBezTo>
                  <a:pt x="3599805" y="-5977"/>
                  <a:pt x="3761985" y="20665"/>
                  <a:pt x="3923806" y="49990"/>
                </a:cubicBezTo>
                <a:cubicBezTo>
                  <a:pt x="4409449" y="137964"/>
                  <a:pt x="4886867" y="257228"/>
                  <a:pt x="5350874" y="426917"/>
                </a:cubicBezTo>
                <a:cubicBezTo>
                  <a:pt x="5797001" y="589991"/>
                  <a:pt x="6223101" y="792223"/>
                  <a:pt x="6607360" y="1075097"/>
                </a:cubicBezTo>
                <a:cubicBezTo>
                  <a:pt x="6794438" y="1212779"/>
                  <a:pt x="6965102" y="1365689"/>
                  <a:pt x="7110534" y="1541421"/>
                </a:cubicBezTo>
                <a:lnTo>
                  <a:pt x="7179830" y="1630542"/>
                </a:lnTo>
                <a:lnTo>
                  <a:pt x="7136295" y="1700600"/>
                </a:lnTo>
                <a:lnTo>
                  <a:pt x="7131140" y="1693045"/>
                </a:lnTo>
                <a:cubicBezTo>
                  <a:pt x="6977874" y="1483026"/>
                  <a:pt x="6788448" y="1305671"/>
                  <a:pt x="6577499" y="1148230"/>
                </a:cubicBezTo>
                <a:cubicBezTo>
                  <a:pt x="6245452" y="900401"/>
                  <a:pt x="5878538" y="716408"/>
                  <a:pt x="5494816" y="563527"/>
                </a:cubicBezTo>
                <a:cubicBezTo>
                  <a:pt x="5452491" y="546487"/>
                  <a:pt x="5409881" y="530036"/>
                  <a:pt x="5366967" y="514176"/>
                </a:cubicBezTo>
                <a:cubicBezTo>
                  <a:pt x="5326377" y="499156"/>
                  <a:pt x="5285430" y="485210"/>
                  <a:pt x="5244661" y="470725"/>
                </a:cubicBezTo>
                <a:cubicBezTo>
                  <a:pt x="5471517" y="572127"/>
                  <a:pt x="5691970" y="687263"/>
                  <a:pt x="5904822" y="815468"/>
                </a:cubicBezTo>
                <a:cubicBezTo>
                  <a:pt x="6336645" y="1080104"/>
                  <a:pt x="6718758" y="1400351"/>
                  <a:pt x="7015222" y="1815185"/>
                </a:cubicBezTo>
                <a:lnTo>
                  <a:pt x="7040454" y="185483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F74494-B334-2F19-D0C4-7F74170029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064295"/>
            <a:ext cx="3644489" cy="183130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/>
            <a:r>
              <a:rPr lang="en-US" sz="3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Introduction and Motivation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1AC94A-AE65-E127-7A8A-A35C84721C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98" y="673771"/>
            <a:ext cx="5524501" cy="5682580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marL="342891" indent="-228600" algn="just" defTabSz="9144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pre-seasonal streamflow forecasts are essential </a:t>
            </a:r>
          </a:p>
          <a:p>
            <a:pPr marL="342891" indent="-228600" algn="just" defTabSz="9144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complex interrelationships among hydroclimatic variables are challenging. </a:t>
            </a:r>
          </a:p>
          <a:p>
            <a:pPr marL="342891" indent="-228600" algn="just" defTabSz="9144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Michipicoten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watershed shows significant variability in streamflow forecast due to the complex interactions.</a:t>
            </a:r>
          </a:p>
          <a:p>
            <a:pPr marL="342891" indent="-228600" algn="just" defTabSz="9144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prediction methods often struggle with;</a:t>
            </a:r>
          </a:p>
          <a:p>
            <a:pPr marL="1828757" lvl="3" indent="-342900" algn="just" defTabSz="914400">
              <a:buFont typeface="Wingdings" panose="05000000000000000000" pitchFamily="2" charset="2"/>
              <a:buChar char="ü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Multicollinearity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</a:t>
            </a:r>
          </a:p>
          <a:p>
            <a:pPr marL="1828757" lvl="3" indent="-342900" algn="just" defTabSz="914400">
              <a:buFont typeface="Wingdings" panose="05000000000000000000" pitchFamily="2" charset="2"/>
              <a:buChar char="ü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 </a:t>
            </a:r>
            <a:r>
              <a:rPr lang="en-US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dimensionality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climate data</a:t>
            </a:r>
          </a:p>
          <a:p>
            <a:pPr marL="1371568" lvl="2" indent="-342900" algn="just" defTabSz="9144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limiting forecast accuracy</a:t>
            </a:r>
          </a:p>
          <a:p>
            <a:pPr marL="342891" indent="-228600" algn="just" defTabSz="9144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provide a reliable forecasts of AMJ streamflow using JFM predictors. </a:t>
            </a:r>
          </a:p>
          <a:p>
            <a:pPr indent="-228600" algn="l" defTabSz="914400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AD0B7D-1B71-ADA0-50C4-21D3DB823E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64C3A4D-1ADC-4945-9BB3-46450A4FC7BF}" type="datetime1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12/20/2025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36841DC-E239-771A-2800-E451E33F3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9E6A6B87-0D30-421E-90CD-81F5C10ABC82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4522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6EA56F-2B79-E4E7-AB8B-9D282F48F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B327D-A499-DEAA-B1C7-8E52E7088E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68557" y="1138037"/>
            <a:ext cx="2456293" cy="482945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l"/>
            <a:r>
              <a:rPr lang="en-US" sz="4000" b="1" dirty="0"/>
              <a:t>Objectives</a:t>
            </a:r>
            <a:r>
              <a:rPr lang="en-US" sz="3200" b="1" dirty="0"/>
              <a:t>  </a:t>
            </a:r>
          </a:p>
        </p:txBody>
      </p:sp>
      <p:pic>
        <p:nvPicPr>
          <p:cNvPr id="17" name="Picture 16" descr="White arrows going to the red target">
            <a:extLst>
              <a:ext uri="{FF2B5EF4-FFF2-40B4-BE49-F238E27FC236}">
                <a16:creationId xmlns:a16="http://schemas.microsoft.com/office/drawing/2014/main" id="{4ADBCFE7-F5DF-506B-E256-1FBDBBA782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688" r="7174" b="-1"/>
          <a:stretch>
            <a:fillRect/>
          </a:stretch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7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04BC4864-5D91-D73D-5045-D001F0E66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68557" y="1887871"/>
            <a:ext cx="5925125" cy="4208129"/>
          </a:xfrm>
        </p:spPr>
        <p:txBody>
          <a:bodyPr vert="horz" lIns="91440" tIns="45720" rIns="91440" bIns="45720" rtlCol="0">
            <a:noAutofit/>
          </a:bodyPr>
          <a:lstStyle/>
          <a:p>
            <a:pPr marL="342891" indent="-228594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forecast AMJ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streamflow using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predictors obtained from early months (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JFM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891" indent="-228594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and rank the most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influential predictors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prediction of AMJ streamflow in the watershed.</a:t>
            </a:r>
          </a:p>
          <a:p>
            <a:pPr marL="342891" indent="-228594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model’s performance and reliability using statistical metrics such as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Pearson correlation, RMSE, NSE, and MAE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20AA8F-5270-073B-4A9A-4E7913E912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48EC00AB-D781-48E4-873E-DE307CB23AB7}" type="datetime1">
              <a:rPr lang="en-US" smtClean="0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12/20/2025</a:t>
            </a:fld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816158F-B5FA-2DA0-2312-AB280FD10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9E6A6B87-0D30-421E-90CD-81F5C10ABC82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4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088486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4A87FB-F76B-C2E9-9112-2B0B5407D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017517EF-BD4D-4055-BDB4-A322C5356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4" y="304803"/>
            <a:ext cx="11097349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B1D9D4-2426-01C7-E28F-3FD373EF47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1691" y="764426"/>
            <a:ext cx="5194310" cy="9196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of Study Area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1E57E0-3763-3E3F-F8A2-063A2EDEAA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104" y="498700"/>
            <a:ext cx="3903341" cy="118535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342891" indent="-342891" algn="just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Michipicoten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River watershed is a large basin draining into northeastern Lake Superior, Ontario, Canada. 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126032" y="1067264"/>
            <a:ext cx="1021459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9D8633C-53ED-F892-BAB0-70050495F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EAEAD-7A15-407F-9DCB-4D208A44F82B}" type="datetime1">
              <a:rPr lang="en-CA" smtClean="0"/>
              <a:t>2025-12-20</a:t>
            </a:fld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B9E4CB-48FB-3F8C-4EE8-AF30AC371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A6B87-0D30-421E-90CD-81F5C10ABC82}" type="slidenum">
              <a:rPr lang="en-CA" smtClean="0"/>
              <a:t>5</a:t>
            </a:fld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E587B9-BD3D-5D5B-FB11-B6C316C9E12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83"/>
          <a:stretch>
            <a:fillRect/>
          </a:stretch>
        </p:blipFill>
        <p:spPr bwMode="auto">
          <a:xfrm>
            <a:off x="2890837" y="2115314"/>
            <a:ext cx="6598603" cy="424103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115607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142C8F-AC4C-7D5E-0DD6-2371BE6B3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B47A3059-69F2-4E12-ACD8-A5FE281919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81637D-C8FE-2AFF-14A0-2CC51BC19F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45696" y="1232825"/>
            <a:ext cx="2988854" cy="645016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l" defTabSz="914400"/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sources</a:t>
            </a:r>
          </a:p>
        </p:txBody>
      </p:sp>
      <p:pic>
        <p:nvPicPr>
          <p:cNvPr id="28" name="Picture 27" descr="101010 data lines to infinity">
            <a:extLst>
              <a:ext uri="{FF2B5EF4-FFF2-40B4-BE49-F238E27FC236}">
                <a16:creationId xmlns:a16="http://schemas.microsoft.com/office/drawing/2014/main" id="{F72372C5-CA92-C805-E7F3-B8954529FF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966" r="19466" b="1"/>
          <a:stretch>
            <a:fillRect/>
          </a:stretch>
        </p:blipFill>
        <p:spPr>
          <a:xfrm>
            <a:off x="1100582" y="625683"/>
            <a:ext cx="4935588" cy="555128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383398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5655" y="2285541"/>
            <a:ext cx="4526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22D68E-C681-B9D7-2D80-323176435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1750" y="2474214"/>
            <a:ext cx="5366905" cy="3964686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457191" indent="-342900" algn="l" defTabSz="9144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Predictand: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indent="-228600" algn="l" defTabSz="9144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streamflow data (1991–2019) </a:t>
            </a:r>
          </a:p>
          <a:p>
            <a:pPr marL="457189" indent="-228600" algn="l" defTabSz="9144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ECCC (gauge station number 02BD002) </a:t>
            </a:r>
          </a:p>
          <a:p>
            <a:pPr marL="571489" indent="-342900" algn="l" defTabSz="9144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Predictors: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457189" indent="-228600" algn="l" defTabSz="9144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Basin-averaged climate data from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ERA5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71489" indent="-342900" algn="l" defTabSz="9144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predictor variables:</a:t>
            </a:r>
          </a:p>
          <a:p>
            <a:pPr marL="2057355" lvl="3" indent="-285750" algn="l" defTabSz="9144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Precipitation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057355" lvl="3" indent="-285750" algn="l" defTabSz="9144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Temperature (T)</a:t>
            </a:r>
          </a:p>
          <a:p>
            <a:pPr marL="2057355" lvl="3" indent="-285750" algn="l" defTabSz="9144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Snow Water Equivalent (SWE)</a:t>
            </a:r>
          </a:p>
          <a:p>
            <a:pPr marL="2057355" lvl="3" indent="-285750" algn="l" defTabSz="9144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potential evapotranspiration(PET)</a:t>
            </a:r>
          </a:p>
          <a:p>
            <a:pPr marL="2057355" lvl="3" indent="-285750" algn="l" defTabSz="9144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Mean sea level pressure (MSLP) and</a:t>
            </a:r>
          </a:p>
          <a:p>
            <a:pPr marL="2057355" lvl="3" indent="-285750" algn="l" defTabSz="9144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Surface Pressure (SP)</a:t>
            </a:r>
          </a:p>
          <a:p>
            <a:pPr marL="114297" indent="-228600" algn="l" defTabSz="914400">
              <a:buFont typeface="Arial" panose="020B0604020202020204" pitchFamily="34" charset="0"/>
              <a:buChar char="•"/>
            </a:pPr>
            <a:endParaRPr lang="en-US" sz="1300" dirty="0"/>
          </a:p>
          <a:p>
            <a:pPr marL="342891" indent="-228600" algn="l" defTabSz="914400">
              <a:buFont typeface="Arial" panose="020B0604020202020204" pitchFamily="34" charset="0"/>
              <a:buChar char="•"/>
            </a:pPr>
            <a:endParaRPr lang="en-US" sz="1300" dirty="0"/>
          </a:p>
          <a:p>
            <a:pPr marL="342891" indent="-228600" algn="l" defTabSz="914400">
              <a:buFont typeface="Arial" panose="020B0604020202020204" pitchFamily="34" charset="0"/>
              <a:buChar char="•"/>
            </a:pPr>
            <a:endParaRPr lang="en-US" sz="1300" dirty="0"/>
          </a:p>
          <a:p>
            <a:pPr marL="342891" indent="-228600" algn="l" defTabSz="914400">
              <a:buFont typeface="Arial" panose="020B0604020202020204" pitchFamily="34" charset="0"/>
              <a:buChar char="•"/>
            </a:pPr>
            <a:endParaRPr lang="en-US" sz="1300" dirty="0"/>
          </a:p>
          <a:p>
            <a:pPr marL="342891" indent="-228600" algn="l" defTabSz="914400">
              <a:buFont typeface="Arial" panose="020B0604020202020204" pitchFamily="34" charset="0"/>
              <a:buChar char="•"/>
            </a:pPr>
            <a:endParaRPr lang="en-US" sz="1300" dirty="0"/>
          </a:p>
          <a:p>
            <a:pPr marL="342891" indent="-228600" algn="l" defTabSz="914400">
              <a:buFont typeface="Arial" panose="020B0604020202020204" pitchFamily="34" charset="0"/>
              <a:buChar char="•"/>
            </a:pPr>
            <a:endParaRPr lang="en-US" sz="1300" dirty="0"/>
          </a:p>
          <a:p>
            <a:pPr indent="-228600" algn="l" defTabSz="914400">
              <a:buFont typeface="Arial" panose="020B0604020202020204" pitchFamily="34" charset="0"/>
              <a:buChar char="•"/>
            </a:pPr>
            <a:endParaRPr lang="en-US" sz="1300" dirty="0"/>
          </a:p>
          <a:p>
            <a:pPr indent="-228600" algn="l" defTabSz="914400">
              <a:buFont typeface="Arial" panose="020B0604020202020204" pitchFamily="34" charset="0"/>
              <a:buChar char="•"/>
            </a:pPr>
            <a:endParaRPr lang="en-US" sz="130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FEC6DE-A165-95EB-6604-AD5EBDDA5E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3345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E6B96AC4-2E8D-460B-812F-03BCBFA37954}" type="datetime1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  <a:defRPr/>
              </a:pPr>
              <a:t>12/20/2025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20BF443-FC6A-D504-8116-CF1DD69F7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8737" y="6356350"/>
            <a:ext cx="79991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9E6A6B87-0D30-421E-90CD-81F5C10ABC82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  <a:defRPr/>
              </a:pPr>
              <a:t>6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8802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57FFA6-5C74-A0E1-4027-DA73B873A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B4DCCD-D93D-DBC3-EEE8-BC77AB5A2C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6825" y="1112969"/>
            <a:ext cx="4153579" cy="416601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l" defTabSz="914400"/>
            <a:br>
              <a:rPr lang="en-US" sz="1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1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1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1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1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1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1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1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1800" dirty="0">
                <a:solidFill>
                  <a:srgbClr val="FFFFFF"/>
                </a:solidFill>
              </a:rPr>
            </a:br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 and tools </a:t>
            </a:r>
            <a:br>
              <a:rPr lang="en-US" sz="1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1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1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1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1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1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18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B1E4F973-4C05-0009-6432-FE067D95A348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5493909" y="959535"/>
                <a:ext cx="6314587" cy="5398945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342891" indent="-228600" algn="l" defTabSz="9144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QGIS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 used for shapefile/watershed preparation.</a:t>
                </a:r>
              </a:p>
              <a:p>
                <a:pPr marL="342891" indent="-228600" algn="l" defTabSz="9144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Python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Data processing, analysis and visualization </a:t>
                </a:r>
              </a:p>
              <a:p>
                <a:pPr marL="342891" indent="-228600" algn="l" defTabSz="9144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PCR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CPT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For streamflow forecasting </a:t>
                </a:r>
              </a:p>
              <a:p>
                <a:pPr indent="-228600" algn="l" defTabSz="914400">
                  <a:buFont typeface="Arial" panose="020B0604020202020204" pitchFamily="34" charset="0"/>
                  <a:buChar char="•"/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257277" lvl="2" indent="-228600" algn="l" defTabSz="9144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PCA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applied to handle multicollinearity </a:t>
                </a:r>
              </a:p>
              <a:p>
                <a:pPr marL="1257277" lvl="2" indent="-228600" algn="l" defTabSz="9144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PCs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used as a predictor to forecast streamflow.</a:t>
                </a:r>
              </a:p>
              <a:p>
                <a:pPr marL="1257277" lvl="2" indent="-228600" algn="l" defTabSz="9144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AMJ streamflow was forecasted using; </a:t>
                </a:r>
              </a:p>
              <a:p>
                <a:pPr marL="1257277" lvl="2" indent="-228600" algn="l" defTabSz="914400">
                  <a:buFont typeface="Arial" panose="020B0604020202020204" pitchFamily="34" charset="0"/>
                  <a:buChar char="•"/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 indent="-228600" algn="l" defTabSz="9144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𝑄𝐴𝑀𝐽</m:t>
                    </m:r>
                    <m:r>
                      <a:rPr lang="en-US" sz="2000" b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b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b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257277" lvl="2" indent="-228600" algn="l" defTabSz="914400">
                  <a:buFont typeface="Arial" panose="020B0604020202020204" pitchFamily="34" charset="0"/>
                  <a:buChar char="•"/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257277" lvl="2" indent="-228600" algn="l" defTabSz="9144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Model performance :  </a:t>
                </a:r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R, RMSE, NSE, and MAE</a:t>
                </a:r>
              </a:p>
              <a:p>
                <a:pPr marL="1257277" lvl="2" indent="-228600" algn="l" defTabSz="9144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most influential predictors were identified</a:t>
                </a:r>
              </a:p>
              <a:p>
                <a:pPr marL="342891" indent="-228600" algn="l" defTabSz="914400">
                  <a:buFont typeface="Arial" panose="020B0604020202020204" pitchFamily="34" charset="0"/>
                  <a:buChar char="•"/>
                </a:pPr>
                <a:endParaRPr lang="en-US" sz="1300" dirty="0"/>
              </a:p>
              <a:p>
                <a:pPr indent="-228600" algn="l" defTabSz="914400">
                  <a:buFont typeface="Arial" panose="020B0604020202020204" pitchFamily="34" charset="0"/>
                  <a:buChar char="•"/>
                </a:pPr>
                <a:endParaRPr lang="en-US" sz="1300" dirty="0"/>
              </a:p>
              <a:p>
                <a:pPr marL="342891" indent="-228600" algn="l" defTabSz="914400">
                  <a:buFont typeface="Arial" panose="020B0604020202020204" pitchFamily="34" charset="0"/>
                  <a:buChar char="•"/>
                </a:pPr>
                <a:endParaRPr lang="en-US" sz="1300" dirty="0"/>
              </a:p>
              <a:p>
                <a:pPr indent="-228600" algn="l" defTabSz="914400">
                  <a:buFont typeface="Arial" panose="020B0604020202020204" pitchFamily="34" charset="0"/>
                  <a:buChar char="•"/>
                </a:pPr>
                <a:endParaRPr lang="en-US" sz="1300" dirty="0"/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B1E4F973-4C05-0009-6432-FE067D95A3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5493909" y="959535"/>
                <a:ext cx="6314587" cy="5398945"/>
              </a:xfrm>
              <a:blipFill>
                <a:blip r:embed="rId2"/>
                <a:stretch>
                  <a:fillRect t="-112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C77F74-BC46-F638-711C-D2DF6F8A51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85670" y="6356350"/>
            <a:ext cx="1548181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897079E-C8FC-4949-87C3-B9CC6DF9EB6A}" type="datetime1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12/20/2025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D915A33-EB6E-1F43-FD6D-6CEAE3A7B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06330" y="6356350"/>
            <a:ext cx="84747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9E6A6B87-0D30-421E-90CD-81F5C10ABC82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8945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5352ED-C053-A8BA-5C20-ABC85FDE0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7" name="Rectangle 176">
            <a:extLst>
              <a:ext uri="{FF2B5EF4-FFF2-40B4-BE49-F238E27FC236}">
                <a16:creationId xmlns:a16="http://schemas.microsoft.com/office/drawing/2014/main" id="{76906711-0AFB-47DD-A4B6-4E94B38B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Freeform: Shape 177">
            <a:extLst>
              <a:ext uri="{FF2B5EF4-FFF2-40B4-BE49-F238E27FC236}">
                <a16:creationId xmlns:a16="http://schemas.microsoft.com/office/drawing/2014/main" id="{AA91F649-894C-41F6-A21D-3D1AC558E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3A38D2-93F4-7599-48CF-E5C48AE195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1" y="390526"/>
            <a:ext cx="10909640" cy="1510301"/>
          </a:xfrm>
        </p:spPr>
        <p:txBody>
          <a:bodyPr anchor="ctr">
            <a:normAutofit fontScale="90000"/>
          </a:bodyPr>
          <a:lstStyle/>
          <a:p>
            <a:br>
              <a:rPr lang="en-CA" sz="17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CA" sz="17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CA" sz="17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CA" sz="1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CA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and Approach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CC1C76-946C-4BAC-9D2F-CD90E195E6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95602" y="1900826"/>
            <a:ext cx="6396204" cy="662543"/>
          </a:xfrm>
        </p:spPr>
        <p:txBody>
          <a:bodyPr anchor="ctr">
            <a:normAutofit/>
          </a:bodyPr>
          <a:lstStyle/>
          <a:p>
            <a:pPr marL="342891" indent="-342891">
              <a:buFont typeface="Arial" panose="020B0604020202020204" pitchFamily="34" charset="0"/>
              <a:buChar char="•"/>
            </a:pPr>
            <a:endParaRPr lang="en-CA">
              <a:solidFill>
                <a:srgbClr val="FFFFFF"/>
              </a:solidFill>
            </a:endParaRPr>
          </a:p>
          <a:p>
            <a:endParaRPr lang="en-CA">
              <a:solidFill>
                <a:srgbClr val="FFFFFF"/>
              </a:solidFill>
            </a:endParaRPr>
          </a:p>
        </p:txBody>
      </p:sp>
      <p:sp>
        <p:nvSpPr>
          <p:cNvPr id="179" name="sketch line">
            <a:extLst>
              <a:ext uri="{FF2B5EF4-FFF2-40B4-BE49-F238E27FC236}">
                <a16:creationId xmlns:a16="http://schemas.microsoft.com/office/drawing/2014/main" id="{56037404-66BD-46B5-9323-1B5313196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7" y="175326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close-up of a screen&#10;&#10;AI-generated content may be incorrect.">
            <a:extLst>
              <a:ext uri="{FF2B5EF4-FFF2-40B4-BE49-F238E27FC236}">
                <a16:creationId xmlns:a16="http://schemas.microsoft.com/office/drawing/2014/main" id="{55CD7E5F-DEF5-77CF-684C-B3A921EF0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337" y="3007105"/>
            <a:ext cx="11637819" cy="3349247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E1E488-DD68-AB42-0706-9BCBBEEAB4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CA602BA-0948-4E29-B786-EC2E973D8997}" type="datetime1">
              <a:rPr lang="en-CA" smtClean="0"/>
              <a:pPr>
                <a:spcAft>
                  <a:spcPts val="600"/>
                </a:spcAft>
              </a:pPr>
              <a:t>2025-12-20</a:t>
            </a:fld>
            <a:endParaRPr lang="en-CA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7DBD26A-8E3E-4800-A0EE-B67DFAC3B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E6A6B87-0D30-421E-90CD-81F5C10ABC82}" type="slidenum">
              <a:rPr lang="en-CA" smtClean="0"/>
              <a:pPr>
                <a:spcAft>
                  <a:spcPts val="600"/>
                </a:spcAft>
              </a:pPr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89939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3F0EAE-1E86-20AA-3A55-F485005BA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312782-D1EF-B44F-619B-FCA367A309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Analysis: Correlation between predictors and predictand 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5" name="Rectangle 64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17782DC8-FBDF-3EDD-76BF-BB66D774ED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569" b="-1"/>
          <a:stretch>
            <a:fillRect/>
          </a:stretch>
        </p:blipFill>
        <p:spPr>
          <a:xfrm>
            <a:off x="5922492" y="807564"/>
            <a:ext cx="5536001" cy="5184119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C6E763-8D76-A2BE-ED49-CC03C01A1B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22492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654A19-1066-4199-882F-11B4F667C79A}" type="datetime1">
              <a:rPr lang="en-CA"/>
              <a:pPr>
                <a:spcAft>
                  <a:spcPts val="600"/>
                </a:spcAft>
              </a:pPr>
              <a:t>2025-12-20</a:t>
            </a:fld>
            <a:endParaRPr lang="en-CA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9792943-2A3E-059B-006E-A1486382C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187174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E6A6B87-0D30-421E-90CD-81F5C10ABC82}" type="slidenum">
              <a:rPr lang="en-CA"/>
              <a:pPr>
                <a:spcAft>
                  <a:spcPts val="600"/>
                </a:spcAft>
              </a:pPr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56079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7153FF-FA51-BEDA-F5E7-777FCC527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6" name="Rectangle 115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FA220-9BCB-2ABB-6476-DD5876073D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0445" y="1071506"/>
            <a:ext cx="10909643" cy="552659"/>
          </a:xfrm>
        </p:spPr>
        <p:txBody>
          <a:bodyPr anchor="ctr">
            <a:normAutofit/>
          </a:bodyPr>
          <a:lstStyle/>
          <a:p>
            <a:r>
              <a:rPr lang="en-CA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Correlations between combined predictors and streamflow </a:t>
            </a:r>
          </a:p>
        </p:txBody>
      </p:sp>
      <p:sp>
        <p:nvSpPr>
          <p:cNvPr id="118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aph with green rectangular bars&#10;&#10;AI-generated content may be incorrect.">
            <a:extLst>
              <a:ext uri="{FF2B5EF4-FFF2-40B4-BE49-F238E27FC236}">
                <a16:creationId xmlns:a16="http://schemas.microsoft.com/office/drawing/2014/main" id="{A01203DA-2A1D-DCA0-DAE2-5866C5EFE8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" y="2023533"/>
            <a:ext cx="5614416" cy="4159716"/>
          </a:xfrm>
          <a:prstGeom prst="rect">
            <a:avLst/>
          </a:prstGeom>
        </p:spPr>
      </p:pic>
      <p:pic>
        <p:nvPicPr>
          <p:cNvPr id="5" name="Picture 4" descr="A graph with green rectangular bars&#10;&#10;AI-generated content may be incorrect.">
            <a:extLst>
              <a:ext uri="{FF2B5EF4-FFF2-40B4-BE49-F238E27FC236}">
                <a16:creationId xmlns:a16="http://schemas.microsoft.com/office/drawing/2014/main" id="{B453669C-5ED6-FA83-E0B4-C35B99E47B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546" y="1868971"/>
            <a:ext cx="5614416" cy="4314278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CA41E6-1017-AA7B-0EE8-0963C6EF06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9F6665D-E0B2-4536-896D-BC6F7A589E2D}" type="datetime1">
              <a:rPr lang="en-CA"/>
              <a:pPr>
                <a:spcAft>
                  <a:spcPts val="600"/>
                </a:spcAft>
              </a:pPr>
              <a:t>2025-12-20</a:t>
            </a:fld>
            <a:endParaRPr lang="en-CA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BDE5D18-1E69-BFE3-7C32-C4F73AC50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E6A6B87-0D30-421E-90CD-81F5C10ABC82}" type="slidenum">
              <a:rPr lang="en-CA"/>
              <a:pPr>
                <a:spcAft>
                  <a:spcPts val="600"/>
                </a:spcAft>
              </a:pPr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94861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3B6CB7-5F94-73E5-1652-B72A2345A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1" name="Rectangle 110">
            <a:extLst>
              <a:ext uri="{FF2B5EF4-FFF2-40B4-BE49-F238E27FC236}">
                <a16:creationId xmlns:a16="http://schemas.microsoft.com/office/drawing/2014/main" id="{88263A24-0C1F-4677-B43C-4AE14E276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3" name="Rectangle 112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79974C-505A-43E1-6584-A12DB17FF9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2512" y="498698"/>
            <a:ext cx="4940808" cy="1185353"/>
          </a:xfrm>
        </p:spPr>
        <p:txBody>
          <a:bodyPr anchor="ctr">
            <a:normAutofit/>
          </a:bodyPr>
          <a:lstStyle/>
          <a:p>
            <a:pPr algn="l"/>
            <a:r>
              <a:rPr lang="en-C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of each predictor with predictand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86984" y="1071836"/>
            <a:ext cx="1021458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A graph of a graph&#10;&#10;AI-generated content may be incorrect.">
            <a:extLst>
              <a:ext uri="{FF2B5EF4-FFF2-40B4-BE49-F238E27FC236}">
                <a16:creationId xmlns:a16="http://schemas.microsoft.com/office/drawing/2014/main" id="{98E6A9FD-5970-2212-2AB1-27FE575BD7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058" y="2496858"/>
            <a:ext cx="5431536" cy="3394713"/>
          </a:xfrm>
          <a:prstGeom prst="rect">
            <a:avLst/>
          </a:prstGeom>
        </p:spPr>
      </p:pic>
      <p:pic>
        <p:nvPicPr>
          <p:cNvPr id="5" name="Picture 4" descr="A graph with red rectangular bars&#10;&#10;AI-generated content may be incorrect.">
            <a:extLst>
              <a:ext uri="{FF2B5EF4-FFF2-40B4-BE49-F238E27FC236}">
                <a16:creationId xmlns:a16="http://schemas.microsoft.com/office/drawing/2014/main" id="{A6BCA4E2-1BCD-36CD-00AF-B610B930C7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1408" y="2491844"/>
            <a:ext cx="5431536" cy="3394713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E1165A-047F-C054-EFB1-FEFB4784B8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1272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422E9C8-8509-48D8-B80C-6B9B18ECB387}" type="datetime1">
              <a:rPr lang="en-CA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2025-12-20</a:t>
            </a:fld>
            <a:endParaRPr lang="en-CA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CAD94F5-C6AB-0358-0CF6-677DD7FAC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1272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E6A6B87-0D30-421E-90CD-81F5C10ABC82}" type="slidenum">
              <a:rPr lang="en-CA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CA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328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EDDF48-AC6F-6823-2EB3-9F55078C8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7" name="Rectangle 106">
            <a:extLst>
              <a:ext uri="{FF2B5EF4-FFF2-40B4-BE49-F238E27FC236}">
                <a16:creationId xmlns:a16="http://schemas.microsoft.com/office/drawing/2014/main" id="{017517EF-BD4D-4055-BDB4-A322C5356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8" name="Rectangle 107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7C4967-3BA2-594F-0D12-FF4573E999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1690" y="647699"/>
            <a:ext cx="6510284" cy="1129475"/>
          </a:xfrm>
        </p:spPr>
        <p:txBody>
          <a:bodyPr anchor="ctr">
            <a:normAutofit/>
          </a:bodyPr>
          <a:lstStyle/>
          <a:p>
            <a:pPr algn="l"/>
            <a:r>
              <a:rPr lang="en-CA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Standardization/Normalization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126032" y="1067264"/>
            <a:ext cx="1021458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" name="Picture 5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640C5EFB-45DE-4B63-F75C-D1BC3AC37F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1492" y="2091095"/>
            <a:ext cx="8412480" cy="420624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9734C-B990-E20C-94AC-322600FF94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2689D68-01F9-425A-8573-D0554B0FBE26}" type="datetime1">
              <a:rPr lang="en-CA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2025-12-20</a:t>
            </a:fld>
            <a:endParaRPr lang="en-CA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1A4FF6-5F16-DD7F-9478-9BC682D0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E6A6B87-0D30-421E-90CD-81F5C10ABC82}" type="slidenum">
              <a:rPr lang="en-CA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12</a:t>
            </a:fld>
            <a:endParaRPr lang="en-CA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73690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E7A4B0-BF0A-8EF4-0E55-A6602FE0F3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3" y="248038"/>
            <a:ext cx="7063721" cy="1159200"/>
          </a:xfrm>
        </p:spPr>
        <p:txBody>
          <a:bodyPr anchor="ctr">
            <a:normAutofit/>
          </a:bodyPr>
          <a:lstStyle/>
          <a:p>
            <a:pPr algn="l"/>
            <a:r>
              <a:rPr lang="en-CA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F9E3C-67CB-7ADE-08BD-57A6187300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20050" y="390832"/>
            <a:ext cx="4057650" cy="873612"/>
          </a:xfrm>
        </p:spPr>
        <p:txBody>
          <a:bodyPr anchor="ctr">
            <a:normAutofit/>
          </a:bodyPr>
          <a:lstStyle/>
          <a:p>
            <a:pPr algn="l"/>
            <a:r>
              <a:rPr lang="en-CA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Variance Explained </a:t>
            </a:r>
          </a:p>
        </p:txBody>
      </p:sp>
      <p:pic>
        <p:nvPicPr>
          <p:cNvPr id="7" name="Picture 6" descr="A graph with a green line and red line&#10;&#10;AI-generated content may be incorrect.">
            <a:extLst>
              <a:ext uri="{FF2B5EF4-FFF2-40B4-BE49-F238E27FC236}">
                <a16:creationId xmlns:a16="http://schemas.microsoft.com/office/drawing/2014/main" id="{B01B83A3-EAB9-6DE2-8C22-4291ADF2A8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5" t="5591" r="6349"/>
          <a:stretch>
            <a:fillRect/>
          </a:stretch>
        </p:blipFill>
        <p:spPr>
          <a:xfrm>
            <a:off x="2990849" y="2057400"/>
            <a:ext cx="6200775" cy="396907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A33F72-210C-DF53-4261-5926A4A817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70264" y="6455664"/>
            <a:ext cx="274320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22689D68-01F9-425A-8573-D0554B0FBE26}" type="datetime1">
              <a:rPr lang="en-CA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>
                <a:spcAft>
                  <a:spcPts val="600"/>
                </a:spcAft>
              </a:pPr>
              <a:t>2025-12-20</a:t>
            </a:fld>
            <a:endParaRPr lang="en-CA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ECC2EA-6B1F-1C0E-8FA5-52D5F80B5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E6A6B87-0D30-421E-90CD-81F5C10ABC82}" type="slidenum">
              <a:rPr lang="en-CA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13</a:t>
            </a:fld>
            <a:endParaRPr lang="en-CA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4055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E47F4E-982A-D12C-26B9-284A8B7AC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E9E9DA5B-559C-E4C2-051B-17D451DF47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60D24F3-5CB8-004D-FEBD-37D9C9624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F18288F-1639-ED7E-0E06-A450026C23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14626F6-181D-2D62-384E-44EDB31AC7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D5B8F7E-23F9-5FEB-1CBC-D1E0D60353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800103-36F8-2000-0BFA-C3B2624C34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4" y="353160"/>
            <a:ext cx="7091300" cy="898581"/>
          </a:xfrm>
        </p:spPr>
        <p:txBody>
          <a:bodyPr anchor="ctr">
            <a:normAutofit/>
          </a:bodyPr>
          <a:lstStyle/>
          <a:p>
            <a:pPr algn="l"/>
            <a:r>
              <a:rPr lang="en-CA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B72ADE-7B88-B409-6A61-6BE4FA07F4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8650" y="247650"/>
            <a:ext cx="3829050" cy="1083373"/>
          </a:xfrm>
        </p:spPr>
        <p:txBody>
          <a:bodyPr anchor="ctr">
            <a:noAutofit/>
          </a:bodyPr>
          <a:lstStyle/>
          <a:p>
            <a:pPr algn="l"/>
            <a:r>
              <a:rPr lang="en-CA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Observed Vs forecasted streamflow (PCR –left Vs MLR-right)</a:t>
            </a:r>
          </a:p>
        </p:txBody>
      </p:sp>
      <p:pic>
        <p:nvPicPr>
          <p:cNvPr id="6" name="Picture 5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5F3FD85F-9AF4-9CE1-5DD6-B5A3B9F435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4" t="2513" r="6551"/>
          <a:stretch>
            <a:fillRect/>
          </a:stretch>
        </p:blipFill>
        <p:spPr>
          <a:xfrm>
            <a:off x="715748" y="1847850"/>
            <a:ext cx="5742202" cy="44577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A06FD-1DA2-1B79-DCC2-AAF83F7B90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70264" y="6431079"/>
            <a:ext cx="274320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22689D68-01F9-425A-8573-D0554B0FBE26}" type="datetime1">
              <a:rPr lang="en-CA" sz="11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>
                <a:spcAft>
                  <a:spcPts val="600"/>
                </a:spcAft>
              </a:pPr>
              <a:t>2025-12-20</a:t>
            </a:fld>
            <a:endParaRPr lang="en-CA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1E67FB-D0FD-FED8-5EEA-1614B9D8A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31079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E6A6B87-0D30-421E-90CD-81F5C10ABC82}" type="slidenum">
              <a:rPr lang="en-CA" sz="11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14</a:t>
            </a:fld>
            <a:endParaRPr lang="en-CA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B7989F-E874-50A3-E748-1D501861A4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214" b="2265"/>
          <a:stretch>
            <a:fillRect/>
          </a:stretch>
        </p:blipFill>
        <p:spPr>
          <a:xfrm>
            <a:off x="6595533" y="2136654"/>
            <a:ext cx="4966547" cy="3880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9947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82FC35-1A74-9C32-C825-FDED0436E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7" name="Freeform: Shape 56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377">
              <a:defRPr/>
            </a:pPr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58" name="Freeform: Shape 57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377">
              <a:defRPr/>
            </a:pPr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555199-EA39-DA45-7069-46EF26AFC0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807" y="1757939"/>
            <a:ext cx="4023360" cy="1357046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CA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ADE8C2-FFB7-AD07-6458-B7AA996D89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1" y="4872923"/>
            <a:ext cx="3933307" cy="1208141"/>
          </a:xfrm>
        </p:spPr>
        <p:txBody>
          <a:bodyPr>
            <a:normAutofit/>
          </a:bodyPr>
          <a:lstStyle/>
          <a:p>
            <a:pPr algn="l"/>
            <a:r>
              <a:rPr lang="en-CA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Predictors Influence Ranking -PCR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Picture 6" descr="A graph of blue rectangles&#10;&#10;AI-generated content may be incorrect.">
            <a:extLst>
              <a:ext uri="{FF2B5EF4-FFF2-40B4-BE49-F238E27FC236}">
                <a16:creationId xmlns:a16="http://schemas.microsoft.com/office/drawing/2014/main" id="{D05E9C93-9039-A9CF-55A2-9B72F1E854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357" y="625683"/>
            <a:ext cx="6408836" cy="545538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76EFC-4260-5CF8-E2C3-645CDCD251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7981" y="6356351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2689D68-01F9-425A-8573-D0554B0FBE26}" type="datetime1">
              <a:rPr lang="en-CA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2025-12-20</a:t>
            </a:fld>
            <a:endParaRPr lang="en-CA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92D9B5-5060-2955-C6AA-33EAAFA40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47811" y="6356351"/>
            <a:ext cx="150598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E6A6B87-0D30-421E-90CD-81F5C10ABC82}" type="slidenum">
              <a:rPr lang="en-CA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15</a:t>
            </a:fld>
            <a:endParaRPr lang="en-CA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25005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855010-3896-2172-84B0-2F301A451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6" name="Rectangle 105">
            <a:extLst>
              <a:ext uri="{FF2B5EF4-FFF2-40B4-BE49-F238E27FC236}">
                <a16:creationId xmlns:a16="http://schemas.microsoft.com/office/drawing/2014/main" id="{94BE1213-A308-B361-98B9-53EA73B70E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BB9B97-3B49-3CCD-0DEE-8DB04719C9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1" y="672464"/>
            <a:ext cx="10909640" cy="1153350"/>
          </a:xfrm>
        </p:spPr>
        <p:txBody>
          <a:bodyPr anchor="ctr">
            <a:normAutofit/>
          </a:bodyPr>
          <a:lstStyle/>
          <a:p>
            <a:r>
              <a:rPr lang="en-CA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C28B38-6ADF-CD35-D8D2-7746B88BED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881" y="1922561"/>
            <a:ext cx="10909643" cy="552659"/>
          </a:xfrm>
        </p:spPr>
        <p:txBody>
          <a:bodyPr anchor="ctr">
            <a:normAutofit/>
          </a:bodyPr>
          <a:lstStyle/>
          <a:p>
            <a:pPr algn="l"/>
            <a:r>
              <a:rPr lang="en-CA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Scatter plots (</a:t>
            </a:r>
            <a:r>
              <a:rPr lang="en-CA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PCR –left &amp; MLR-right</a:t>
            </a:r>
            <a:r>
              <a:rPr lang="en-CA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08" name="sketch line">
            <a:extLst>
              <a:ext uri="{FF2B5EF4-FFF2-40B4-BE49-F238E27FC236}">
                <a16:creationId xmlns:a16="http://schemas.microsoft.com/office/drawing/2014/main" id="{07C5837B-CAC2-B158-7363-A558EDF6B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E1E05-5340-F8CE-71DA-3C64EDF243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2689D68-01F9-425A-8573-D0554B0FBE26}" type="datetime1">
              <a:rPr lang="en-CA" smtClean="0"/>
              <a:pPr>
                <a:spcAft>
                  <a:spcPts val="600"/>
                </a:spcAft>
              </a:pPr>
              <a:t>2025-12-20</a:t>
            </a:fld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A99A4E-6BEA-1AC9-DF37-52163A0DA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E6A6B87-0D30-421E-90CD-81F5C10ABC82}" type="slidenum">
              <a:rPr lang="en-CA" smtClean="0"/>
              <a:pPr>
                <a:spcAft>
                  <a:spcPts val="600"/>
                </a:spcAft>
              </a:pPr>
              <a:t>16</a:t>
            </a:fld>
            <a:endParaRPr lang="en-CA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39DFAB7-0E6B-D408-309B-87E75083E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9497" y="2475220"/>
            <a:ext cx="4562735" cy="35325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DAC79C9-C46E-AE0B-9F6E-87E909F4F1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5" t="5655" r="6625" b="695"/>
          <a:stretch>
            <a:fillRect/>
          </a:stretch>
        </p:blipFill>
        <p:spPr>
          <a:xfrm>
            <a:off x="279400" y="2475219"/>
            <a:ext cx="6146800" cy="392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3618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387A10-754F-573A-3094-D7AB2D19C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17517EF-BD4D-4055-BDB4-A322C5356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4" y="304803"/>
            <a:ext cx="11097349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FA77F6-E936-85D8-34B1-71A380CB5C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1690" y="676275"/>
            <a:ext cx="4688723" cy="1100900"/>
          </a:xfrm>
        </p:spPr>
        <p:txBody>
          <a:bodyPr anchor="ctr">
            <a:normAutofit/>
          </a:bodyPr>
          <a:lstStyle/>
          <a:p>
            <a:pPr algn="l"/>
            <a:r>
              <a:rPr lang="en-CA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Contingency table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126032" y="1067264"/>
            <a:ext cx="1021459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7F36A9-039A-86C9-56AC-912C5D798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059" y="2113464"/>
            <a:ext cx="11097349" cy="4161505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283D94-A7A5-AE5A-DC9E-234272779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AD50C-F03E-41A0-9DE5-1BCEF04ACD74}" type="datetime1">
              <a:rPr lang="en-CA" smtClean="0"/>
              <a:t>2025-12-20</a:t>
            </a:fld>
            <a:endParaRPr lang="en-CA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5D6BA84-8999-A769-345F-1218B5CEC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A6B87-0D30-421E-90CD-81F5C10ABC82}" type="slidenum">
              <a:rPr lang="en-CA" smtClean="0"/>
              <a:t>17</a:t>
            </a:fld>
            <a:endParaRPr lang="en-CA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613D0BB-DF39-6189-99E6-168B8A059E97}"/>
                  </a:ext>
                </a:extLst>
              </p14:cNvPr>
              <p14:cNvContentPartPr/>
              <p14:nvPr/>
            </p14:nvContentPartPr>
            <p14:xfrm>
              <a:off x="8917280" y="4528000"/>
              <a:ext cx="491760" cy="2354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613D0BB-DF39-6189-99E6-168B8A059E9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10800" y="4521520"/>
                <a:ext cx="50400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A6EC73D-4C14-D0BA-FAC9-82F29D5DA705}"/>
                  </a:ext>
                </a:extLst>
              </p14:cNvPr>
              <p14:cNvContentPartPr/>
              <p14:nvPr/>
            </p14:nvContentPartPr>
            <p14:xfrm>
              <a:off x="9664640" y="4237840"/>
              <a:ext cx="489240" cy="2955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A6EC73D-4C14-D0BA-FAC9-82F29D5DA70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658160" y="4231720"/>
                <a:ext cx="501480" cy="3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C9432CF5-48C5-4AAB-418B-1FB9F6D6A32F}"/>
                  </a:ext>
                </a:extLst>
              </p14:cNvPr>
              <p14:cNvContentPartPr/>
              <p14:nvPr/>
            </p14:nvContentPartPr>
            <p14:xfrm>
              <a:off x="8514080" y="5110480"/>
              <a:ext cx="36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C9432CF5-48C5-4AAB-418B-1FB9F6D6A32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507600" y="510436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CA851A22-ED46-A052-8F46-3AE5270EC97D}"/>
                  </a:ext>
                </a:extLst>
              </p14:cNvPr>
              <p14:cNvContentPartPr/>
              <p14:nvPr/>
            </p14:nvContentPartPr>
            <p14:xfrm>
              <a:off x="8207360" y="4769920"/>
              <a:ext cx="484200" cy="2664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CA851A22-ED46-A052-8F46-3AE5270EC97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201240" y="4763800"/>
                <a:ext cx="496440" cy="278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827982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AD6B30-E700-2CFB-FEFB-BAD6F1775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8" name="Rectangle 97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9" name="Freeform: Shape 98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377">
              <a:defRPr/>
            </a:pPr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00" name="Freeform: Shape 99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377">
              <a:defRPr/>
            </a:pPr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487305-A53A-C352-F2A2-6FD00E62A8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029" y="1210398"/>
            <a:ext cx="4023360" cy="1415972"/>
          </a:xfrm>
        </p:spPr>
        <p:txBody>
          <a:bodyPr anchor="b">
            <a:normAutofit/>
          </a:bodyPr>
          <a:lstStyle/>
          <a:p>
            <a:pPr algn="l"/>
            <a:r>
              <a:rPr lang="en-CA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498E4D-FC68-C2F2-DB2B-22722F7FA2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1" y="4872923"/>
            <a:ext cx="3933307" cy="575939"/>
          </a:xfrm>
        </p:spPr>
        <p:txBody>
          <a:bodyPr>
            <a:normAutofit/>
          </a:bodyPr>
          <a:lstStyle/>
          <a:p>
            <a:pPr algn="l"/>
            <a:r>
              <a:rPr lang="en-CA" sz="3200" b="1" dirty="0">
                <a:solidFill>
                  <a:srgbClr val="FF0000"/>
                </a:solidFill>
              </a:rPr>
              <a:t>Model performance </a:t>
            </a:r>
          </a:p>
          <a:p>
            <a:pPr algn="l"/>
            <a:endParaRPr lang="en-CA" sz="2000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791ECE2-59E8-4D98-6490-42DDBA6BA1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7981" y="6356351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71CBF43-8B0F-41A8-94EC-A784AE323621}" type="datetime1">
              <a:rPr lang="en-CA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2025-12-20</a:t>
            </a:fld>
            <a:endParaRPr lang="en-CA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D184C2-97B2-3D8E-284D-00F7440B5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47811" y="6356351"/>
            <a:ext cx="150598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E6A6B87-0D30-421E-90CD-81F5C10ABC82}" type="slidenum">
              <a:rPr lang="en-CA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18</a:t>
            </a:fld>
            <a:endParaRPr lang="en-CA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A24DB0B-1A3A-2EE9-DB7A-FE2B0830C8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7794797"/>
              </p:ext>
            </p:extLst>
          </p:nvPr>
        </p:nvGraphicFramePr>
        <p:xfrm>
          <a:off x="5064035" y="1746566"/>
          <a:ext cx="6646936" cy="13109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8612">
                  <a:extLst>
                    <a:ext uri="{9D8B030D-6E8A-4147-A177-3AD203B41FA5}">
                      <a16:colId xmlns:a16="http://schemas.microsoft.com/office/drawing/2014/main" val="675173549"/>
                    </a:ext>
                  </a:extLst>
                </a:gridCol>
                <a:gridCol w="1076691">
                  <a:extLst>
                    <a:ext uri="{9D8B030D-6E8A-4147-A177-3AD203B41FA5}">
                      <a16:colId xmlns:a16="http://schemas.microsoft.com/office/drawing/2014/main" val="1688244772"/>
                    </a:ext>
                  </a:extLst>
                </a:gridCol>
                <a:gridCol w="914109">
                  <a:extLst>
                    <a:ext uri="{9D8B030D-6E8A-4147-A177-3AD203B41FA5}">
                      <a16:colId xmlns:a16="http://schemas.microsoft.com/office/drawing/2014/main" val="3711843621"/>
                    </a:ext>
                  </a:extLst>
                </a:gridCol>
                <a:gridCol w="1595489">
                  <a:extLst>
                    <a:ext uri="{9D8B030D-6E8A-4147-A177-3AD203B41FA5}">
                      <a16:colId xmlns:a16="http://schemas.microsoft.com/office/drawing/2014/main" val="3596665991"/>
                    </a:ext>
                  </a:extLst>
                </a:gridCol>
                <a:gridCol w="800851">
                  <a:extLst>
                    <a:ext uri="{9D8B030D-6E8A-4147-A177-3AD203B41FA5}">
                      <a16:colId xmlns:a16="http://schemas.microsoft.com/office/drawing/2014/main" val="2176945459"/>
                    </a:ext>
                  </a:extLst>
                </a:gridCol>
                <a:gridCol w="1161184">
                  <a:extLst>
                    <a:ext uri="{9D8B030D-6E8A-4147-A177-3AD203B41FA5}">
                      <a16:colId xmlns:a16="http://schemas.microsoft.com/office/drawing/2014/main" val="4165127606"/>
                    </a:ext>
                  </a:extLst>
                </a:gridCol>
              </a:tblGrid>
              <a:tr h="4369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20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</a:t>
                      </a:r>
                      <a:endParaRPr lang="en-CA" sz="2000" b="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20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  <a:endParaRPr lang="en-CA" sz="2000" b="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20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MAE</a:t>
                      </a:r>
                      <a:endParaRPr lang="en-CA" sz="2000" b="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20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Pearson_R</a:t>
                      </a:r>
                      <a:endParaRPr lang="en-CA" sz="2000" b="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20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NSE</a:t>
                      </a:r>
                      <a:endParaRPr lang="en-CA" sz="2000" b="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20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RPSS</a:t>
                      </a:r>
                      <a:endParaRPr lang="en-CA" sz="2000" b="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56807752"/>
                  </a:ext>
                </a:extLst>
              </a:tr>
              <a:tr h="4369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20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PCR</a:t>
                      </a:r>
                      <a:endParaRPr lang="en-CA" sz="2000" b="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2000" b="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25.88</a:t>
                      </a:r>
                      <a:endParaRPr lang="en-CA" sz="2000" b="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2000" b="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22.01</a:t>
                      </a:r>
                      <a:endParaRPr lang="en-CA" sz="2000" b="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2000" b="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0.71</a:t>
                      </a:r>
                      <a:endParaRPr lang="en-CA" sz="2000" b="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2000" b="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0.51</a:t>
                      </a:r>
                      <a:endParaRPr lang="en-CA" sz="2000" b="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20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0.716</a:t>
                      </a:r>
                      <a:endParaRPr lang="en-CA" sz="2000" b="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8709496"/>
                  </a:ext>
                </a:extLst>
              </a:tr>
              <a:tr h="4369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20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MLR</a:t>
                      </a:r>
                      <a:endParaRPr lang="en-CA" sz="2000" b="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20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30.72</a:t>
                      </a:r>
                      <a:endParaRPr lang="en-CA" sz="2000" b="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20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25.59</a:t>
                      </a:r>
                      <a:endParaRPr lang="en-CA" sz="2000" b="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20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0.5953</a:t>
                      </a:r>
                      <a:endParaRPr lang="en-CA" sz="2000" b="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20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CA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0.31</a:t>
                      </a:r>
                      <a:endParaRPr lang="en-CA" sz="2000" b="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 sz="2000" b="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88356783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ABF73ABB-3EA0-836B-EE3A-AF6708499AB6}"/>
              </a:ext>
            </a:extLst>
          </p:cNvPr>
          <p:cNvSpPr txBox="1"/>
          <p:nvPr/>
        </p:nvSpPr>
        <p:spPr>
          <a:xfrm>
            <a:off x="5064035" y="3904468"/>
            <a:ext cx="7022978" cy="2021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CA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Regression Equation (</a:t>
            </a:r>
            <a:r>
              <a:rPr lang="en-CA" sz="1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PCR</a:t>
            </a:r>
            <a:r>
              <a:rPr lang="en-CA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Model):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C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Q_AMJ = 82.361 + (-15.087 * PC1) + (-5.310 * PC2) + (8.455 * PC3)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n-CA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CA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Regression Equation (</a:t>
            </a:r>
            <a:r>
              <a:rPr lang="en-CA" sz="1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MLR</a:t>
            </a:r>
            <a:r>
              <a:rPr lang="en-CA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Model):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CA" sz="15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Q_AMJ = 4095.052 -31.31T + 11.4 </a:t>
            </a:r>
            <a:r>
              <a:rPr lang="en-CA" sz="15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</a:t>
            </a:r>
            <a:r>
              <a:rPr lang="en-CA" sz="15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+ 0.35SWE + 10.76PET -135.58MSLP + 1.38SP</a:t>
            </a:r>
          </a:p>
        </p:txBody>
      </p:sp>
    </p:spTree>
    <p:extLst>
      <p:ext uri="{BB962C8B-B14F-4D97-AF65-F5344CB8AC3E}">
        <p14:creationId xmlns:p14="http://schemas.microsoft.com/office/powerpoint/2010/main" val="38277716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85DF29-D6D4-345B-737C-0D163889F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28961B-CB15-1C24-9115-F44FA1673F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6826" y="1112969"/>
            <a:ext cx="3937298" cy="41660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/>
            <a:r>
              <a:rPr lang="en-US" sz="44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Conclusions</a:t>
            </a:r>
            <a:r>
              <a:rPr lang="en-US" sz="4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 </a:t>
            </a: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CF8078-40B3-D004-0ABE-5D2CBF49A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8477" y="1584716"/>
            <a:ext cx="5505450" cy="381022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891" indent="-228600" algn="l" defTabSz="9144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Hindcasted Vs observed streamflow using PCR shows moderate correlation (R=0.712)</a:t>
            </a:r>
          </a:p>
          <a:p>
            <a:pPr marL="342891" indent="-228600" algn="just" defTabSz="9144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PCR approach effectively overcame the challenge of multicollinearity and provided a more stable forecast than MLR  methods.</a:t>
            </a:r>
          </a:p>
          <a:p>
            <a:pPr marL="342891" indent="-228600" algn="just" defTabSz="9144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PCR, Snow Water Equivalent, precipitation and temperature are the most influential predictors.</a:t>
            </a:r>
          </a:p>
          <a:p>
            <a:pPr marL="342891" indent="-228600" algn="l" defTabSz="9144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PCR model significantly outperformed than MLR model</a:t>
            </a: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366722-12FF-0748-C3F5-1617C4D22E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85670" y="6356350"/>
            <a:ext cx="1548181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7A01BE6-C69E-470B-A27F-66C36C529889}" type="datetime1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12/20/2025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F63292B-C40B-4240-AD7A-26B4CD14C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06330" y="6356350"/>
            <a:ext cx="84747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9E6A6B87-0D30-421E-90CD-81F5C10ABC82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19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3519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84EA12C2-1140-83CA-D56D-03E5712A3C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0332" y="2410368"/>
            <a:ext cx="5188034" cy="3218907"/>
          </a:xfrm>
        </p:spPr>
        <p:txBody>
          <a:bodyPr>
            <a:noAutofit/>
          </a:bodyPr>
          <a:lstStyle/>
          <a:p>
            <a:r>
              <a:rPr lang="en-CA" sz="6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  <a:p>
            <a:endParaRPr lang="en-CA" sz="6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CA" sz="6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Questions?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D3E995-7BAB-D77C-1971-018B855CE9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4672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64FC6E7-AE0B-480F-96FC-3B6FE3DBCFC1}" type="datetime1">
              <a:rPr lang="en-CA" smtClean="0"/>
              <a:pPr>
                <a:spcAft>
                  <a:spcPts val="600"/>
                </a:spcAft>
              </a:pPr>
              <a:t>2025-12-20</a:t>
            </a:fld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720233-62D1-3379-D093-D178DA141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E6A6B87-0D30-421E-90CD-81F5C10ABC82}" type="slidenum">
              <a:rPr lang="en-CA" smtClean="0"/>
              <a:pPr>
                <a:spcAft>
                  <a:spcPts val="600"/>
                </a:spcAft>
              </a:pPr>
              <a:t>20</a:t>
            </a:fld>
            <a:endParaRPr lang="en-CA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75850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8C0C221-EDD5-4268-996E-742FFF75241F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1626</TotalTime>
  <Words>638</Words>
  <Application>Microsoft Office PowerPoint</Application>
  <PresentationFormat>Widescreen</PresentationFormat>
  <Paragraphs>153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Cambria Math</vt:lpstr>
      <vt:lpstr>Times New Roman</vt:lpstr>
      <vt:lpstr>Wingdings</vt:lpstr>
      <vt:lpstr>Office Theme</vt:lpstr>
      <vt:lpstr>PowerPoint Presentation</vt:lpstr>
      <vt:lpstr>PowerPoint Presentation</vt:lpstr>
      <vt:lpstr>Introduction and Motivation </vt:lpstr>
      <vt:lpstr>Objectives  </vt:lpstr>
      <vt:lpstr>Location of Study Area </vt:lpstr>
      <vt:lpstr>Data sources</vt:lpstr>
      <vt:lpstr>         Methods and tools       </vt:lpstr>
      <vt:lpstr>    Methodology and Approach</vt:lpstr>
      <vt:lpstr>Data Analysis: Correlation between predictors and predictand </vt:lpstr>
      <vt:lpstr>PowerPoint Presentation</vt:lpstr>
      <vt:lpstr>PowerPoint Presentation</vt:lpstr>
      <vt:lpstr>Standardization/Normalization</vt:lpstr>
      <vt:lpstr>Results and Discussions </vt:lpstr>
      <vt:lpstr>Results and Discussions </vt:lpstr>
      <vt:lpstr>Results and Discussions </vt:lpstr>
      <vt:lpstr>Results and Discussions </vt:lpstr>
      <vt:lpstr>Contingency table </vt:lpstr>
      <vt:lpstr>Results and discussion </vt:lpstr>
      <vt:lpstr>Conclusions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Setogn Getu</dc:creator>
  <cp:lastModifiedBy>Setogn Getu</cp:lastModifiedBy>
  <cp:revision>4</cp:revision>
  <dcterms:created xsi:type="dcterms:W3CDTF">2025-11-20T01:31:08Z</dcterms:created>
  <dcterms:modified xsi:type="dcterms:W3CDTF">2025-12-21T01:24:36Z</dcterms:modified>
</cp:coreProperties>
</file>